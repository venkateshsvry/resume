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5" r:id="rId5"/>
  </p:sldMasterIdLst>
  <p:notesMasterIdLst>
    <p:notesMasterId r:id="rId7"/>
  </p:notesMasterIdLst>
  <p:handoutMasterIdLst>
    <p:handoutMasterId r:id="rId8"/>
  </p:handoutMasterIdLst>
  <p:sldIdLst>
    <p:sldId id="1989" r:id="rId6"/>
  </p:sldIdLst>
  <p:sldSz cx="12192000" cy="6858000"/>
  <p:notesSz cx="6858000" cy="9144000"/>
  <p:custDataLst>
    <p:tags r:id="rId9"/>
  </p:custDataLst>
  <p:defaultTex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gemini Masters" id="{4E249A1C-D928-4AC0-A77C-65440B7A141B}">
          <p14:sldIdLst>
            <p14:sldId id="1989"/>
          </p14:sldIdLst>
        </p14:section>
      </p14:sectionLst>
    </p:ext>
    <p:ext uri="{EFAFB233-063F-42B5-8137-9DF3F51BA10A}">
      <p15:sldGuideLst xmlns:p15="http://schemas.microsoft.com/office/powerpoint/2012/main">
        <p15:guide id="1" orient="horz" pos="2341" userDrawn="1">
          <p15:clr>
            <a:srgbClr val="A4A3A4"/>
          </p15:clr>
        </p15:guide>
        <p15:guide id="2" pos="3659"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 Venkatesh" initials="KV" lastIdx="1" clrIdx="0">
    <p:extLst>
      <p:ext uri="{19B8F6BF-5375-455C-9EA6-DF929625EA0E}">
        <p15:presenceInfo xmlns:p15="http://schemas.microsoft.com/office/powerpoint/2012/main" userId="S::venkatesh.e.k@capgemini.com::b1fd1dd4-6400-4583-9afb-658991ea160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1F497D"/>
    <a:srgbClr val="0B79AA"/>
    <a:srgbClr val="CAD1A1"/>
    <a:srgbClr val="4BACC6"/>
    <a:srgbClr val="AABED2"/>
    <a:srgbClr val="0070AD"/>
    <a:srgbClr val="FF7E83"/>
    <a:srgbClr val="2B0A3D"/>
    <a:srgbClr val="00C37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125E5076-3810-47DD-B79F-674D7AD40C01}" styleName="深色样式 1 - 强调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E3FDE45-AF77-4B5C-9715-49D594BDF05E}" styleName="浅色样式 1 - 强调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270" autoAdjust="0"/>
    <p:restoredTop sz="93792" autoAdjust="0"/>
  </p:normalViewPr>
  <p:slideViewPr>
    <p:cSldViewPr>
      <p:cViewPr varScale="1">
        <p:scale>
          <a:sx n="67" d="100"/>
          <a:sy n="67" d="100"/>
        </p:scale>
        <p:origin x="976" y="44"/>
      </p:cViewPr>
      <p:guideLst>
        <p:guide orient="horz" pos="2341"/>
        <p:guide pos="3659"/>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0"/>
    </p:cViewPr>
  </p:sorterViewPr>
  <p:notesViewPr>
    <p:cSldViewPr>
      <p:cViewPr varScale="1">
        <p:scale>
          <a:sx n="74" d="100"/>
          <a:sy n="74" d="100"/>
        </p:scale>
        <p:origin x="2706" y="6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notesMaster" Target="notesMasters/notesMaster1.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presProps" Target="presProps.xml"/><Relationship Id="rId5" Type="http://schemas.openxmlformats.org/officeDocument/2006/relationships/slideMaster" Target="slideMasters/slideMaster2.xml"/><Relationship Id="rId10"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tags" Target="tags/tag1.xml"/><Relationship Id="rId14"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2.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PT" sz="90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C988DC-9DE3-4390-97AB-D61B85DACE57}" type="datetimeFigureOut">
              <a:rPr lang="pt-PT" sz="900" smtClean="0"/>
              <a:t>21/06/2022</a:t>
            </a:fld>
            <a:endParaRPr lang="pt-PT" sz="90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PT" sz="90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F190BF9-40D8-49B5-87EF-599BB2C7EE93}" type="slidenum">
              <a:rPr lang="pt-PT" sz="900" smtClean="0"/>
              <a:t>‹#›</a:t>
            </a:fld>
            <a:endParaRPr lang="pt-PT" sz="90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Posição do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900"/>
            </a:lvl1pPr>
          </a:lstStyle>
          <a:p>
            <a:endParaRPr lang="pt-BR"/>
          </a:p>
        </p:txBody>
      </p:sp>
      <p:sp>
        <p:nvSpPr>
          <p:cNvPr id="3" name="Marcador de Posição d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900"/>
            </a:lvl1pPr>
          </a:lstStyle>
          <a:p>
            <a:fld id="{0835B8F7-DAC4-4931-8AED-4356A8B2FD64}" type="datetimeFigureOut">
              <a:rPr lang="pt-BR" smtClean="0"/>
              <a:t>21/06/2022</a:t>
            </a:fld>
            <a:endParaRPr lang="pt-BR"/>
          </a:p>
        </p:txBody>
      </p:sp>
      <p:sp>
        <p:nvSpPr>
          <p:cNvPr id="4" name="Marcador de Posição da Imagem do Diapositivo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Marcador de Posição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PT" dirty="0"/>
              <a:t>Insert comments</a:t>
            </a:r>
            <a:endParaRPr lang="pt-BR" dirty="0"/>
          </a:p>
        </p:txBody>
      </p:sp>
      <p:sp>
        <p:nvSpPr>
          <p:cNvPr id="6" name="Marcador de Posição do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900"/>
            </a:lvl1pPr>
          </a:lstStyle>
          <a:p>
            <a:endParaRPr lang="pt-BR"/>
          </a:p>
        </p:txBody>
      </p:sp>
      <p:sp>
        <p:nvSpPr>
          <p:cNvPr id="7" name="Marcador de Posição do Número do Diapositivo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900"/>
            </a:lvl1pPr>
          </a:lstStyle>
          <a:p>
            <a:fld id="{C0696B5C-12A0-4042-B4D0-BD3B9A4F58C6}" type="slidenum">
              <a:rPr lang="pt-BR" smtClean="0"/>
              <a:t>‹#›</a:t>
            </a:fld>
            <a:endParaRPr lang="pt-B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Image Placeholder 1"/>
          <p:cNvSpPr>
            <a:spLocks noGrp="1" noRot="1" noChangeAspect="1" noTextEdit="1"/>
          </p:cNvSpPr>
          <p:nvPr>
            <p:ph type="sldImg"/>
          </p:nvPr>
        </p:nvSpPr>
        <p:spPr bwMode="auto">
          <a:xfrm>
            <a:off x="685800" y="1143000"/>
            <a:ext cx="5486400" cy="30861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819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pPr eaLnBrk="1" hangingPunct="1">
              <a:spcBef>
                <a:spcPct val="0"/>
              </a:spcBef>
            </a:pPr>
            <a:endParaRPr lang="nl-NL" altLang="nl-NL" dirty="0"/>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tags" Target="../tags/tag9.xml"/><Relationship Id="rId7" Type="http://schemas.openxmlformats.org/officeDocument/2006/relationships/image" Target="../media/image1.emf"/><Relationship Id="rId2" Type="http://schemas.openxmlformats.org/officeDocument/2006/relationships/tags" Target="../tags/tag8.xml"/><Relationship Id="rId1" Type="http://schemas.openxmlformats.org/officeDocument/2006/relationships/vmlDrawing" Target="../drawings/vmlDrawing2.vml"/><Relationship Id="rId6" Type="http://schemas.openxmlformats.org/officeDocument/2006/relationships/oleObject" Target="../embeddings/oleObject2.bin"/><Relationship Id="rId5" Type="http://schemas.openxmlformats.org/officeDocument/2006/relationships/slideMaster" Target="../slideMasters/slideMaster1.xml"/><Relationship Id="rId4" Type="http://schemas.openxmlformats.org/officeDocument/2006/relationships/tags" Target="../tags/tag10.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tags" Target="../tags/tag12.xml"/><Relationship Id="rId7" Type="http://schemas.openxmlformats.org/officeDocument/2006/relationships/oleObject" Target="../embeddings/oleObject3.bin"/><Relationship Id="rId2" Type="http://schemas.openxmlformats.org/officeDocument/2006/relationships/tags" Target="../tags/tag11.xml"/><Relationship Id="rId1" Type="http://schemas.openxmlformats.org/officeDocument/2006/relationships/vmlDrawing" Target="../drawings/vmlDrawing3.vml"/><Relationship Id="rId6" Type="http://schemas.openxmlformats.org/officeDocument/2006/relationships/slideMaster" Target="../slideMasters/slideMaster1.xml"/><Relationship Id="rId5" Type="http://schemas.openxmlformats.org/officeDocument/2006/relationships/tags" Target="../tags/tag14.xml"/><Relationship Id="rId4" Type="http://schemas.openxmlformats.org/officeDocument/2006/relationships/tags" Target="../tags/tag13.xml"/></Relationships>
</file>

<file path=ppt/slideLayouts/_rels/slideLayout3.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tags" Target="../tags/tag16.xml"/><Relationship Id="rId7" Type="http://schemas.openxmlformats.org/officeDocument/2006/relationships/oleObject" Target="../embeddings/oleObject4.bin"/><Relationship Id="rId2" Type="http://schemas.openxmlformats.org/officeDocument/2006/relationships/tags" Target="../tags/tag15.xml"/><Relationship Id="rId1" Type="http://schemas.openxmlformats.org/officeDocument/2006/relationships/vmlDrawing" Target="../drawings/vmlDrawing4.vml"/><Relationship Id="rId6" Type="http://schemas.openxmlformats.org/officeDocument/2006/relationships/slideMaster" Target="../slideMasters/slideMaster1.xml"/><Relationship Id="rId5" Type="http://schemas.openxmlformats.org/officeDocument/2006/relationships/tags" Target="../tags/tag18.xml"/><Relationship Id="rId4" Type="http://schemas.openxmlformats.org/officeDocument/2006/relationships/tags" Target="../tags/tag17.xml"/></Relationships>
</file>

<file path=ppt/slideLayouts/_rels/slideLayout4.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0.xml"/><Relationship Id="rId7" Type="http://schemas.openxmlformats.org/officeDocument/2006/relationships/tags" Target="../tags/tag24.xml"/><Relationship Id="rId2" Type="http://schemas.openxmlformats.org/officeDocument/2006/relationships/tags" Target="../tags/tag19.xml"/><Relationship Id="rId1" Type="http://schemas.openxmlformats.org/officeDocument/2006/relationships/vmlDrawing" Target="../drawings/vmlDrawing5.vml"/><Relationship Id="rId6" Type="http://schemas.openxmlformats.org/officeDocument/2006/relationships/tags" Target="../tags/tag23.xml"/><Relationship Id="rId5" Type="http://schemas.openxmlformats.org/officeDocument/2006/relationships/tags" Target="../tags/tag22.xml"/><Relationship Id="rId10" Type="http://schemas.openxmlformats.org/officeDocument/2006/relationships/image" Target="../media/image1.emf"/><Relationship Id="rId4" Type="http://schemas.openxmlformats.org/officeDocument/2006/relationships/tags" Target="../tags/tag21.xml"/><Relationship Id="rId9" Type="http://schemas.openxmlformats.org/officeDocument/2006/relationships/oleObject" Target="../embeddings/oleObject5.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26.xml"/><Relationship Id="rId2" Type="http://schemas.openxmlformats.org/officeDocument/2006/relationships/tags" Target="../tags/tag25.xml"/><Relationship Id="rId1" Type="http://schemas.openxmlformats.org/officeDocument/2006/relationships/vmlDrawing" Target="../drawings/vmlDrawing6.vml"/><Relationship Id="rId6" Type="http://schemas.openxmlformats.org/officeDocument/2006/relationships/image" Target="../media/image1.emf"/><Relationship Id="rId5" Type="http://schemas.openxmlformats.org/officeDocument/2006/relationships/oleObject" Target="../embeddings/oleObject6.bin"/><Relationship Id="rId4"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7.xml"/><Relationship Id="rId1" Type="http://schemas.openxmlformats.org/officeDocument/2006/relationships/vmlDrawing" Target="../drawings/vmlDrawing7.v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8.xml"/><Relationship Id="rId1" Type="http://schemas.openxmlformats.org/officeDocument/2006/relationships/vmlDrawing" Target="../drawings/vmlDrawing8.vml"/><Relationship Id="rId5" Type="http://schemas.openxmlformats.org/officeDocument/2006/relationships/image" Target="../media/image2.emf"/><Relationship Id="rId4" Type="http://schemas.openxmlformats.org/officeDocument/2006/relationships/oleObject" Target="../embeddings/oleObject8.bin"/></Relationships>
</file>

<file path=ppt/slideLayouts/_rels/slideLayout14.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9.xml"/><Relationship Id="rId1" Type="http://schemas.openxmlformats.org/officeDocument/2006/relationships/vmlDrawing" Target="../drawings/vmlDrawing9.vml"/><Relationship Id="rId5" Type="http://schemas.openxmlformats.org/officeDocument/2006/relationships/image" Target="../media/image2.emf"/><Relationship Id="rId4" Type="http://schemas.openxmlformats.org/officeDocument/2006/relationships/oleObject" Target="../embeddings/oleObject9.bin"/></Relationships>
</file>

<file path=ppt/slideLayouts/_rels/slideLayout15.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30.xml"/><Relationship Id="rId1" Type="http://schemas.openxmlformats.org/officeDocument/2006/relationships/vmlDrawing" Target="../drawings/vmlDrawing10.vml"/><Relationship Id="rId5" Type="http://schemas.openxmlformats.org/officeDocument/2006/relationships/image" Target="../media/image2.emf"/><Relationship Id="rId4" Type="http://schemas.openxmlformats.org/officeDocument/2006/relationships/oleObject" Target="../embeddings/oleObject10.bin"/></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2.xml"/><Relationship Id="rId1" Type="http://schemas.openxmlformats.org/officeDocument/2006/relationships/vmlDrawing" Target="../drawings/vmlDrawing12.vml"/><Relationship Id="rId5" Type="http://schemas.openxmlformats.org/officeDocument/2006/relationships/image" Target="../media/image2.emf"/><Relationship Id="rId4" Type="http://schemas.openxmlformats.org/officeDocument/2006/relationships/oleObject" Target="../embeddings/oleObject12.bin"/></Relationships>
</file>

<file path=ppt/slideLayouts/_rels/slideLayout2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3.xml"/><Relationship Id="rId1" Type="http://schemas.openxmlformats.org/officeDocument/2006/relationships/vmlDrawing" Target="../drawings/vmlDrawing13.vml"/><Relationship Id="rId5" Type="http://schemas.openxmlformats.org/officeDocument/2006/relationships/image" Target="../media/image2.emf"/><Relationship Id="rId4" Type="http://schemas.openxmlformats.org/officeDocument/2006/relationships/oleObject" Target="../embeddings/oleObject13.bin"/></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8" Type="http://schemas.openxmlformats.org/officeDocument/2006/relationships/hyperlink" Target="http://www.youtube.com/capgeminimedia" TargetMode="External"/><Relationship Id="rId13" Type="http://schemas.openxmlformats.org/officeDocument/2006/relationships/hyperlink" Target="https://www.capgemini.com/insights-data" TargetMode="External"/><Relationship Id="rId3" Type="http://schemas.openxmlformats.org/officeDocument/2006/relationships/image" Target="../media/image5.png"/><Relationship Id="rId7" Type="http://schemas.openxmlformats.org/officeDocument/2006/relationships/image" Target="../media/image7.png"/><Relationship Id="rId12" Type="http://schemas.openxmlformats.org/officeDocument/2006/relationships/image" Target="../media/image10.png"/><Relationship Id="rId2" Type="http://schemas.openxmlformats.org/officeDocument/2006/relationships/hyperlink" Target="http://www.linkedin.com/company/capgemini" TargetMode="External"/><Relationship Id="rId1" Type="http://schemas.openxmlformats.org/officeDocument/2006/relationships/slideMaster" Target="../slideMasters/slideMaster2.xml"/><Relationship Id="rId6" Type="http://schemas.openxmlformats.org/officeDocument/2006/relationships/hyperlink" Target="http://www.twitter.com/capgemini" TargetMode="External"/><Relationship Id="rId11" Type="http://schemas.openxmlformats.org/officeDocument/2006/relationships/image" Target="../media/image9.png"/><Relationship Id="rId5" Type="http://schemas.openxmlformats.org/officeDocument/2006/relationships/image" Target="../media/image6.png"/><Relationship Id="rId10" Type="http://schemas.openxmlformats.org/officeDocument/2006/relationships/hyperlink" Target="http://www.facebook.com/capgemini" TargetMode="External"/><Relationship Id="rId4" Type="http://schemas.openxmlformats.org/officeDocument/2006/relationships/hyperlink" Target="http://www.slideshare.net/capgemini" TargetMode="External"/><Relationship Id="rId9"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4.xml"/><Relationship Id="rId1" Type="http://schemas.openxmlformats.org/officeDocument/2006/relationships/vmlDrawing" Target="../drawings/vmlDrawing14.vml"/><Relationship Id="rId5" Type="http://schemas.openxmlformats.org/officeDocument/2006/relationships/image" Target="../media/image2.emf"/><Relationship Id="rId4" Type="http://schemas.openxmlformats.org/officeDocument/2006/relationships/oleObject" Target="../embeddings/oleObject14.bin"/></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 Id="rId4"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Content Master">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2"/>
            </p:custDataLst>
          </p:nvPr>
        </p:nvGraphicFramePr>
        <p:xfrm>
          <a:off x="12" y="23"/>
          <a:ext cx="180997" cy="143985"/>
        </p:xfrm>
        <a:graphic>
          <a:graphicData uri="http://schemas.openxmlformats.org/presentationml/2006/ole">
            <mc:AlternateContent xmlns:mc="http://schemas.openxmlformats.org/markup-compatibility/2006">
              <mc:Choice xmlns:v="urn:schemas-microsoft-com:vml" Requires="v">
                <p:oleObj spid="_x0000_s2064" name="think-cell Slide" r:id="rId6" imgW="12700" imgH="12700" progId="">
                  <p:embed/>
                </p:oleObj>
              </mc:Choice>
              <mc:Fallback>
                <p:oleObj name="think-cell Slide" r:id="rId6" imgW="12700" imgH="1270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 y="23"/>
                        <a:ext cx="180997"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3"/>
            </p:custDataLst>
          </p:nvPr>
        </p:nvSpPr>
        <p:spPr/>
        <p:txBody>
          <a:bodyPr/>
          <a:lstStyle>
            <a:lvl1pPr>
              <a:defRPr/>
            </a:lvl1pPr>
          </a:lstStyle>
          <a:p>
            <a:r>
              <a:rPr lang="en-US" noProof="0" dirty="0"/>
              <a:t>Click to edit Master title style</a:t>
            </a:r>
            <a:endParaRPr lang="en-US" dirty="0"/>
          </a:p>
        </p:txBody>
      </p:sp>
      <p:sp>
        <p:nvSpPr>
          <p:cNvPr id="3" name="Content Placeholder 2"/>
          <p:cNvSpPr>
            <a:spLocks noGrp="1"/>
          </p:cNvSpPr>
          <p:nvPr>
            <p:ph idx="1" hasCustomPrompt="1"/>
            <p:custDataLst>
              <p:tags r:id="rId4"/>
            </p:custDataLst>
          </p:nvPr>
        </p:nvSpPr>
        <p:spPr>
          <a:xfrm>
            <a:off x="398025" y="1494772"/>
            <a:ext cx="11793979" cy="4643751"/>
          </a:xfrm>
        </p:spPr>
        <p:txBody>
          <a:bodyPr/>
          <a:lstStyle>
            <a:lvl1pPr>
              <a:defRPr b="0"/>
            </a:lvl1pPr>
            <a:lvl5pPr>
              <a:buNone/>
              <a:defRPr/>
            </a:lvl5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2"/>
            </p:custDataLst>
          </p:nvPr>
        </p:nvGraphicFramePr>
        <p:xfrm>
          <a:off x="12" y="23"/>
          <a:ext cx="180997" cy="143985"/>
        </p:xfrm>
        <a:graphic>
          <a:graphicData uri="http://schemas.openxmlformats.org/presentationml/2006/ole">
            <mc:AlternateContent xmlns:mc="http://schemas.openxmlformats.org/markup-compatibility/2006">
              <mc:Choice xmlns:v="urn:schemas-microsoft-com:vml" Requires="v">
                <p:oleObj spid="_x0000_s3088" name="think-cell Slide" r:id="rId7" imgW="12700" imgH="12700" progId="">
                  <p:embed/>
                </p:oleObj>
              </mc:Choice>
              <mc:Fallback>
                <p:oleObj name="think-cell Slide" r:id="rId7" imgW="12700" imgH="12700" progId="">
                  <p:embed/>
                  <p:pic>
                    <p:nvPicPr>
                      <p:cNvPr id="4" name="Object 3" hidden="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 y="23"/>
                        <a:ext cx="180997"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3"/>
            </p:custDataLst>
          </p:nvPr>
        </p:nvSpPr>
        <p:spPr/>
        <p:txBody>
          <a:bodyPr/>
          <a:lstStyle>
            <a:lvl1pPr>
              <a:defRPr/>
            </a:lvl1pPr>
          </a:lstStyle>
          <a:p>
            <a:r>
              <a:rPr lang="en-US" noProof="0" dirty="0"/>
              <a:t>Click to edit Master title style</a:t>
            </a:r>
            <a:endParaRPr lang="en-US" dirty="0"/>
          </a:p>
        </p:txBody>
      </p:sp>
      <p:sp>
        <p:nvSpPr>
          <p:cNvPr id="3" name="Content Placeholder 2"/>
          <p:cNvSpPr>
            <a:spLocks noGrp="1"/>
          </p:cNvSpPr>
          <p:nvPr>
            <p:ph idx="1" hasCustomPrompt="1"/>
            <p:custDataLst>
              <p:tags r:id="rId4"/>
            </p:custDataLst>
          </p:nvPr>
        </p:nvSpPr>
        <p:spPr>
          <a:xfrm>
            <a:off x="398025" y="2111956"/>
            <a:ext cx="11793979" cy="4026560"/>
          </a:xfrm>
        </p:spPr>
        <p:txBody>
          <a:bodyPr/>
          <a:lstStyle>
            <a:lvl1pPr>
              <a:defRPr b="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8" name="Espace réservé du texte 7"/>
          <p:cNvSpPr>
            <a:spLocks noGrp="1"/>
          </p:cNvSpPr>
          <p:nvPr>
            <p:ph type="body" sz="quarter" idx="11" hasCustomPrompt="1"/>
            <p:custDataLst>
              <p:tags r:id="rId5"/>
            </p:custDataLst>
          </p:nvPr>
        </p:nvSpPr>
        <p:spPr>
          <a:xfrm>
            <a:off x="398147" y="1495448"/>
            <a:ext cx="11813715" cy="643612"/>
          </a:xfrm>
        </p:spPr>
        <p:txBody>
          <a:bodyPr/>
          <a:lstStyle>
            <a:lvl1pPr marL="0" indent="0">
              <a:buNone/>
              <a:defRPr b="1">
                <a:solidFill>
                  <a:schemeClr val="accent2"/>
                </a:solidFill>
              </a:defRPr>
            </a:lvl1pPr>
          </a:lstStyle>
          <a:p>
            <a:pPr lvl="0"/>
            <a:r>
              <a:rPr lang="fr-FR" dirty="0"/>
              <a:t>Click to </a:t>
            </a:r>
            <a:r>
              <a:rPr lang="fr-FR" dirty="0" err="1"/>
              <a:t>edit</a:t>
            </a:r>
            <a:r>
              <a:rPr lang="fr-FR" dirty="0"/>
              <a:t> Master </a:t>
            </a:r>
            <a:r>
              <a:rPr lang="fr-FR" dirty="0" err="1"/>
              <a:t>text</a:t>
            </a:r>
            <a:r>
              <a:rPr lang="fr-FR" dirty="0"/>
              <a:t> style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2 Contents">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2" y="1"/>
          <a:ext cx="195385" cy="158750"/>
        </p:xfrm>
        <a:graphic>
          <a:graphicData uri="http://schemas.openxmlformats.org/presentationml/2006/ole">
            <mc:AlternateContent xmlns:mc="http://schemas.openxmlformats.org/markup-compatibility/2006">
              <mc:Choice xmlns:v="urn:schemas-microsoft-com:vml" Requires="v">
                <p:oleObj spid="_x0000_s4112" name="think-cell Slide" r:id="rId7" imgW="12700" imgH="12700" progId="">
                  <p:embed/>
                </p:oleObj>
              </mc:Choice>
              <mc:Fallback>
                <p:oleObj name="think-cell Slide" r:id="rId7" imgW="12700" imgH="12700" progId="">
                  <p:embed/>
                  <p:pic>
                    <p:nvPicPr>
                      <p:cNvPr id="5" name="Object 4" hidden="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 y="1"/>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p:custDataLst>
              <p:tags r:id="rId3"/>
            </p:custDataLst>
          </p:nvPr>
        </p:nvSpPr>
        <p:spPr/>
        <p:txBody>
          <a:bodyPr/>
          <a:lstStyle>
            <a:lvl1pPr>
              <a:defRPr/>
            </a:lvl1pPr>
          </a:lstStyle>
          <a:p>
            <a:pPr lvl="0"/>
            <a:r>
              <a:rPr lang="en-US" noProof="0" dirty="0"/>
              <a:t>Click to edit Master title style</a:t>
            </a:r>
          </a:p>
        </p:txBody>
      </p:sp>
      <p:sp>
        <p:nvSpPr>
          <p:cNvPr id="4" name="Espace réservé du contenu 3"/>
          <p:cNvSpPr>
            <a:spLocks noGrp="1"/>
          </p:cNvSpPr>
          <p:nvPr>
            <p:ph sz="quarter" idx="10" hasCustomPrompt="1"/>
            <p:custDataLst>
              <p:tags r:id="rId4"/>
            </p:custDataLst>
          </p:nvPr>
        </p:nvSpPr>
        <p:spPr>
          <a:xfrm>
            <a:off x="387342" y="1533439"/>
            <a:ext cx="5541093" cy="4715504"/>
          </a:xfrm>
        </p:spPr>
        <p:txBody>
          <a:bodyPr/>
          <a:lstStyle>
            <a:lvl1pPr>
              <a:defRPr sz="200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6" name="Espace réservé du contenu 5"/>
          <p:cNvSpPr>
            <a:spLocks noGrp="1"/>
          </p:cNvSpPr>
          <p:nvPr>
            <p:ph sz="quarter" idx="11" hasCustomPrompt="1"/>
            <p:custDataLst>
              <p:tags r:id="rId5"/>
            </p:custDataLst>
          </p:nvPr>
        </p:nvSpPr>
        <p:spPr>
          <a:xfrm>
            <a:off x="6181962" y="1533440"/>
            <a:ext cx="5541093" cy="4725584"/>
          </a:xfrm>
        </p:spPr>
        <p:txBody>
          <a:bodyPr/>
          <a:lstStyle>
            <a:lvl1pPr>
              <a:defRPr sz="200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 Contents &amp; Headings">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p:custDataLst>
              <p:tags r:id="rId2"/>
            </p:custDataLst>
          </p:nvPr>
        </p:nvGraphicFramePr>
        <p:xfrm>
          <a:off x="2" y="1"/>
          <a:ext cx="195385" cy="158750"/>
        </p:xfrm>
        <a:graphic>
          <a:graphicData uri="http://schemas.openxmlformats.org/presentationml/2006/ole">
            <mc:AlternateContent xmlns:mc="http://schemas.openxmlformats.org/markup-compatibility/2006">
              <mc:Choice xmlns:v="urn:schemas-microsoft-com:vml" Requires="v">
                <p:oleObj spid="_x0000_s5136" name="think-cell Slide" r:id="rId9" imgW="12700" imgH="12700" progId="">
                  <p:embed/>
                </p:oleObj>
              </mc:Choice>
              <mc:Fallback>
                <p:oleObj name="think-cell Slide" r:id="rId9" imgW="12700" imgH="12700" progId="">
                  <p:embed/>
                  <p:pic>
                    <p:nvPicPr>
                      <p:cNvPr id="8" name="Object 7" hidden="1"/>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 y="1"/>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p:custDataLst>
              <p:tags r:id="rId3"/>
            </p:custDataLst>
          </p:nvPr>
        </p:nvSpPr>
        <p:spPr/>
        <p:txBody>
          <a:bodyPr/>
          <a:lstStyle>
            <a:lvl1pPr>
              <a:defRPr/>
            </a:lvl1pPr>
          </a:lstStyle>
          <a:p>
            <a:pPr lvl="0"/>
            <a:r>
              <a:rPr lang="en-US" noProof="0" dirty="0"/>
              <a:t>Click to edit Master title style</a:t>
            </a:r>
          </a:p>
        </p:txBody>
      </p:sp>
      <p:sp>
        <p:nvSpPr>
          <p:cNvPr id="4" name="Espace réservé du contenu 3"/>
          <p:cNvSpPr>
            <a:spLocks noGrp="1"/>
          </p:cNvSpPr>
          <p:nvPr>
            <p:ph sz="quarter" idx="10" hasCustomPrompt="1"/>
            <p:custDataLst>
              <p:tags r:id="rId4"/>
            </p:custDataLst>
          </p:nvPr>
        </p:nvSpPr>
        <p:spPr>
          <a:xfrm>
            <a:off x="387342" y="2206953"/>
            <a:ext cx="5541093" cy="4041990"/>
          </a:xfrm>
        </p:spPr>
        <p:txBody>
          <a:bodyPr/>
          <a:lstStyle>
            <a:lvl1pPr>
              <a:defRPr sz="1800"/>
            </a:lvl1pPr>
            <a:lvl2pPr>
              <a:defRPr sz="1600"/>
            </a:lvl2pPr>
            <a:lvl3pPr>
              <a:defRPr sz="1400"/>
            </a:lvl3pPr>
            <a:lvl4pPr>
              <a:defRPr sz="1200"/>
            </a:lvl4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6" name="Espace réservé du contenu 5"/>
          <p:cNvSpPr>
            <a:spLocks noGrp="1"/>
          </p:cNvSpPr>
          <p:nvPr>
            <p:ph sz="quarter" idx="11" hasCustomPrompt="1"/>
            <p:custDataLst>
              <p:tags r:id="rId5"/>
            </p:custDataLst>
          </p:nvPr>
        </p:nvSpPr>
        <p:spPr>
          <a:xfrm>
            <a:off x="6181962" y="2208394"/>
            <a:ext cx="5541093" cy="4050630"/>
          </a:xfrm>
        </p:spPr>
        <p:txBody>
          <a:bodyPr/>
          <a:lstStyle>
            <a:lvl1pPr>
              <a:defRPr sz="1800"/>
            </a:lvl1pPr>
            <a:lvl2pPr>
              <a:defRPr sz="1600"/>
            </a:lvl2pPr>
            <a:lvl3pPr>
              <a:defRPr sz="1400"/>
            </a:lvl3pPr>
            <a:lvl4pPr>
              <a:defRPr sz="1200"/>
            </a:lvl4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7" name="Espace réservé du texte 6"/>
          <p:cNvSpPr>
            <a:spLocks noGrp="1"/>
          </p:cNvSpPr>
          <p:nvPr>
            <p:ph type="body" sz="quarter" idx="12" hasCustomPrompt="1"/>
            <p:custDataLst>
              <p:tags r:id="rId6"/>
            </p:custDataLst>
          </p:nvPr>
        </p:nvSpPr>
        <p:spPr>
          <a:xfrm>
            <a:off x="387342" y="1542649"/>
            <a:ext cx="5541093" cy="653034"/>
          </a:xfrm>
        </p:spPr>
        <p:txBody>
          <a:bodyPr anchor="ctr"/>
          <a:lstStyle>
            <a:lvl1pPr algn="ctr">
              <a:buNone/>
              <a:defRPr sz="2200" b="1">
                <a:solidFill>
                  <a:schemeClr val="tx2">
                    <a:lumMod val="50000"/>
                  </a:schemeClr>
                </a:solidFill>
              </a:defRPr>
            </a:lvl1pPr>
            <a:lvl5pPr>
              <a:buNone/>
              <a:defRPr/>
            </a:lvl5pPr>
          </a:lstStyle>
          <a:p>
            <a:pPr lvl="0"/>
            <a:r>
              <a:rPr lang="en-US" noProof="0" dirty="0"/>
              <a:t>Click to edit Master text style</a:t>
            </a:r>
          </a:p>
        </p:txBody>
      </p:sp>
      <p:sp>
        <p:nvSpPr>
          <p:cNvPr id="9" name="Espace réservé du texte 8"/>
          <p:cNvSpPr>
            <a:spLocks noGrp="1"/>
          </p:cNvSpPr>
          <p:nvPr>
            <p:ph type="body" sz="quarter" idx="13" hasCustomPrompt="1"/>
            <p:custDataLst>
              <p:tags r:id="rId7"/>
            </p:custDataLst>
          </p:nvPr>
        </p:nvSpPr>
        <p:spPr>
          <a:xfrm>
            <a:off x="6182340" y="1533440"/>
            <a:ext cx="5541093" cy="653034"/>
          </a:xfrm>
        </p:spPr>
        <p:txBody>
          <a:bodyPr anchor="ctr"/>
          <a:lstStyle>
            <a:lvl1pPr algn="ctr">
              <a:buNone/>
              <a:defRPr lang="fr-FR" sz="2200" b="1" kern="1200" noProof="0" dirty="0" smtClean="0">
                <a:solidFill>
                  <a:schemeClr val="tx2">
                    <a:lumMod val="50000"/>
                  </a:schemeClr>
                </a:solidFill>
                <a:latin typeface="+mn-lt"/>
                <a:ea typeface="+mn-ea"/>
                <a:cs typeface="+mn-cs"/>
              </a:defRPr>
            </a:lvl1pPr>
          </a:lstStyle>
          <a:p>
            <a:pPr lvl="0"/>
            <a:r>
              <a:rPr lang="en-US" noProof="0" dirty="0"/>
              <a:t>Click to edit Master text style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4-Content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hasCustomPrompt="1"/>
          </p:nvPr>
        </p:nvSpPr>
        <p:spPr>
          <a:xfrm>
            <a:off x="292351" y="1436915"/>
            <a:ext cx="5718048" cy="518130"/>
          </a:xfrm>
          <a:solidFill>
            <a:schemeClr val="accent1"/>
          </a:solidFill>
          <a:ln w="25400">
            <a:solidFill>
              <a:schemeClr val="tx1"/>
            </a:solidFill>
          </a:ln>
        </p:spPr>
        <p:style>
          <a:lnRef idx="1">
            <a:schemeClr val="accent1"/>
          </a:lnRef>
          <a:fillRef idx="3">
            <a:schemeClr val="accent1"/>
          </a:fillRef>
          <a:effectRef idx="2">
            <a:schemeClr val="accent1"/>
          </a:effectRef>
          <a:fontRef idx="none"/>
        </p:style>
        <p:txBody>
          <a:bodyPr wrap="square" anchor="ctr">
            <a:noAutofit/>
          </a:bodyPr>
          <a:lstStyle>
            <a:lvl1pPr marL="0" indent="0" algn="ctr" rtl="0" eaLnBrk="0" fontAlgn="base" hangingPunct="0">
              <a:lnSpc>
                <a:spcPct val="85000"/>
              </a:lnSpc>
              <a:spcBef>
                <a:spcPct val="0"/>
              </a:spcBef>
              <a:spcAft>
                <a:spcPct val="0"/>
              </a:spcAft>
              <a:buNone/>
              <a:defRPr lang="en-US" sz="1600" b="1" kern="1200" dirty="0" smtClean="0">
                <a:solidFill>
                  <a:schemeClr val="tx1"/>
                </a:solidFill>
                <a:latin typeface="Arial" panose="020B0604020202020204" pitchFamily="34" charset="0"/>
                <a:ea typeface="+mn-ea"/>
                <a:cs typeface="+mn-cs"/>
              </a:defRPr>
            </a:lvl1pPr>
            <a:lvl2pPr marL="457185" indent="0">
              <a:buNone/>
              <a:defRPr sz="2000" b="1"/>
            </a:lvl2pPr>
            <a:lvl3pPr marL="914368" indent="0">
              <a:buNone/>
              <a:defRPr sz="1800" b="1"/>
            </a:lvl3pPr>
            <a:lvl4pPr marL="1371554" indent="0">
              <a:buNone/>
              <a:defRPr sz="1600" b="1"/>
            </a:lvl4pPr>
            <a:lvl5pPr marL="1828737" indent="0">
              <a:buNone/>
              <a:defRPr sz="1600" b="1"/>
            </a:lvl5pPr>
            <a:lvl6pPr marL="2285922" indent="0">
              <a:buNone/>
              <a:defRPr sz="1600" b="1"/>
            </a:lvl6pPr>
            <a:lvl7pPr marL="2743105" indent="0">
              <a:buNone/>
              <a:defRPr sz="1600" b="1"/>
            </a:lvl7pPr>
            <a:lvl8pPr marL="3200291" indent="0">
              <a:buNone/>
              <a:defRPr sz="1600" b="1"/>
            </a:lvl8pPr>
            <a:lvl9pPr marL="3657475" indent="0">
              <a:buNone/>
              <a:defRPr sz="1600" b="1"/>
            </a:lvl9pPr>
          </a:lstStyle>
          <a:p>
            <a:pPr lvl="0"/>
            <a:r>
              <a:rPr lang="en-US" noProof="0" dirty="0"/>
              <a:t>Click to edit Master text style</a:t>
            </a:r>
          </a:p>
        </p:txBody>
      </p:sp>
      <p:sp>
        <p:nvSpPr>
          <p:cNvPr id="4" name="Content Placeholder 3"/>
          <p:cNvSpPr>
            <a:spLocks noGrp="1"/>
          </p:cNvSpPr>
          <p:nvPr>
            <p:ph sz="half" idx="2" hasCustomPrompt="1"/>
          </p:nvPr>
        </p:nvSpPr>
        <p:spPr>
          <a:xfrm>
            <a:off x="292351" y="1902631"/>
            <a:ext cx="5718048" cy="1861869"/>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2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5" name="Text Placeholder 4"/>
          <p:cNvSpPr>
            <a:spLocks noGrp="1"/>
          </p:cNvSpPr>
          <p:nvPr>
            <p:ph type="body" sz="quarter" idx="3" hasCustomPrompt="1"/>
          </p:nvPr>
        </p:nvSpPr>
        <p:spPr>
          <a:xfrm>
            <a:off x="6217059" y="1436915"/>
            <a:ext cx="5718048" cy="518130"/>
          </a:xfrm>
          <a:solidFill>
            <a:schemeClr val="accent1"/>
          </a:solidFill>
          <a:ln w="25400">
            <a:solidFill>
              <a:schemeClr val="tx1"/>
            </a:solidFill>
          </a:ln>
        </p:spPr>
        <p:style>
          <a:lnRef idx="1">
            <a:schemeClr val="accent1"/>
          </a:lnRef>
          <a:fillRef idx="3">
            <a:schemeClr val="accent1"/>
          </a:fillRef>
          <a:effectRef idx="2">
            <a:schemeClr val="accent1"/>
          </a:effectRef>
          <a:fontRef idx="none"/>
        </p:style>
        <p:txBody>
          <a:bodyPr vert="horz" wrap="square" lIns="91440" tIns="45720" rIns="91440" bIns="45720" numCol="1" anchor="ctr" anchorCtr="1" compatLnSpc="1">
            <a:noAutofit/>
          </a:bodyPr>
          <a:lstStyle>
            <a:lvl1pPr marL="0" indent="0">
              <a:buNone/>
              <a:defRPr lang="en-US" sz="1600" b="1" kern="1200" dirty="0" smtClean="0">
                <a:solidFill>
                  <a:schemeClr val="tx1"/>
                </a:solidFill>
                <a:latin typeface="Arial" panose="020B0604020202020204" pitchFamily="34" charset="0"/>
                <a:ea typeface="+mn-ea"/>
                <a:cs typeface="+mn-cs"/>
              </a:defRPr>
            </a:lvl1pPr>
            <a:lvl2pPr marL="457185" indent="0">
              <a:buNone/>
              <a:defRPr sz="2000" b="1"/>
            </a:lvl2pPr>
            <a:lvl3pPr marL="914368" indent="0">
              <a:buNone/>
              <a:defRPr sz="1800" b="1"/>
            </a:lvl3pPr>
            <a:lvl4pPr marL="1371554" indent="0">
              <a:buNone/>
              <a:defRPr sz="1600" b="1"/>
            </a:lvl4pPr>
            <a:lvl5pPr marL="1828737" indent="0">
              <a:buNone/>
              <a:defRPr sz="1600" b="1"/>
            </a:lvl5pPr>
            <a:lvl6pPr marL="2285922" indent="0">
              <a:buNone/>
              <a:defRPr sz="1600" b="1"/>
            </a:lvl6pPr>
            <a:lvl7pPr marL="2743105" indent="0">
              <a:buNone/>
              <a:defRPr sz="1600" b="1"/>
            </a:lvl7pPr>
            <a:lvl8pPr marL="3200291" indent="0">
              <a:buNone/>
              <a:defRPr sz="1600" b="1"/>
            </a:lvl8pPr>
            <a:lvl9pPr marL="3657475" indent="0">
              <a:buNone/>
              <a:defRPr sz="1600" b="1"/>
            </a:lvl9pPr>
          </a:lstStyle>
          <a:p>
            <a:pPr lvl="0"/>
            <a:r>
              <a:rPr lang="en-US" noProof="0" dirty="0"/>
              <a:t>Click to edit Master text style</a:t>
            </a:r>
          </a:p>
        </p:txBody>
      </p:sp>
      <p:sp>
        <p:nvSpPr>
          <p:cNvPr id="6" name="Content Placeholder 5"/>
          <p:cNvSpPr>
            <a:spLocks noGrp="1"/>
          </p:cNvSpPr>
          <p:nvPr>
            <p:ph sz="quarter" idx="4" hasCustomPrompt="1"/>
          </p:nvPr>
        </p:nvSpPr>
        <p:spPr>
          <a:xfrm>
            <a:off x="6217059" y="1902631"/>
            <a:ext cx="5718048" cy="1861869"/>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7" name="Text Placeholder 2"/>
          <p:cNvSpPr>
            <a:spLocks noGrp="1"/>
          </p:cNvSpPr>
          <p:nvPr>
            <p:ph type="body" idx="12" hasCustomPrompt="1"/>
          </p:nvPr>
        </p:nvSpPr>
        <p:spPr>
          <a:xfrm>
            <a:off x="292351" y="3820890"/>
            <a:ext cx="5718048" cy="518130"/>
          </a:xfrm>
          <a:solidFill>
            <a:schemeClr val="accent1"/>
          </a:solidFill>
          <a:ln w="25400">
            <a:solidFill>
              <a:schemeClr val="tx1"/>
            </a:solidFill>
          </a:ln>
        </p:spPr>
        <p:style>
          <a:lnRef idx="1">
            <a:schemeClr val="accent1"/>
          </a:lnRef>
          <a:fillRef idx="3">
            <a:schemeClr val="accent1"/>
          </a:fillRef>
          <a:effectRef idx="2">
            <a:schemeClr val="accent1"/>
          </a:effectRef>
          <a:fontRef idx="none"/>
        </p:style>
        <p:txBody>
          <a:bodyPr wrap="square" anchor="ctr">
            <a:noAutofit/>
          </a:bodyPr>
          <a:lstStyle>
            <a:lvl1pPr marL="0" indent="0" algn="ctr" rtl="0" eaLnBrk="0" fontAlgn="base" hangingPunct="0">
              <a:lnSpc>
                <a:spcPct val="85000"/>
              </a:lnSpc>
              <a:spcBef>
                <a:spcPct val="0"/>
              </a:spcBef>
              <a:spcAft>
                <a:spcPct val="0"/>
              </a:spcAft>
              <a:buNone/>
              <a:defRPr lang="en-US" sz="1600" b="1" kern="1200" dirty="0" smtClean="0">
                <a:solidFill>
                  <a:schemeClr val="tx1"/>
                </a:solidFill>
                <a:latin typeface="Arial" panose="020B0604020202020204" pitchFamily="34" charset="0"/>
                <a:ea typeface="+mn-ea"/>
                <a:cs typeface="+mn-cs"/>
              </a:defRPr>
            </a:lvl1pPr>
            <a:lvl2pPr marL="457185" indent="0">
              <a:buNone/>
              <a:defRPr sz="2000" b="1"/>
            </a:lvl2pPr>
            <a:lvl3pPr marL="914368" indent="0">
              <a:buNone/>
              <a:defRPr sz="1800" b="1"/>
            </a:lvl3pPr>
            <a:lvl4pPr marL="1371554" indent="0">
              <a:buNone/>
              <a:defRPr sz="1600" b="1"/>
            </a:lvl4pPr>
            <a:lvl5pPr marL="1828737" indent="0">
              <a:buNone/>
              <a:defRPr sz="1600" b="1"/>
            </a:lvl5pPr>
            <a:lvl6pPr marL="2285922" indent="0">
              <a:buNone/>
              <a:defRPr sz="1600" b="1"/>
            </a:lvl6pPr>
            <a:lvl7pPr marL="2743105" indent="0">
              <a:buNone/>
              <a:defRPr sz="1600" b="1"/>
            </a:lvl7pPr>
            <a:lvl8pPr marL="3200291" indent="0">
              <a:buNone/>
              <a:defRPr sz="1600" b="1"/>
            </a:lvl8pPr>
            <a:lvl9pPr marL="3657475" indent="0">
              <a:buNone/>
              <a:defRPr sz="1600" b="1"/>
            </a:lvl9pPr>
          </a:lstStyle>
          <a:p>
            <a:pPr lvl="0"/>
            <a:r>
              <a:rPr lang="en-US" noProof="0" dirty="0"/>
              <a:t>Click to edit Master text style</a:t>
            </a:r>
          </a:p>
        </p:txBody>
      </p:sp>
      <p:sp>
        <p:nvSpPr>
          <p:cNvPr id="8" name="Content Placeholder 3"/>
          <p:cNvSpPr>
            <a:spLocks noGrp="1"/>
          </p:cNvSpPr>
          <p:nvPr>
            <p:ph sz="half" idx="13" hasCustomPrompt="1"/>
          </p:nvPr>
        </p:nvSpPr>
        <p:spPr>
          <a:xfrm>
            <a:off x="292351" y="4286584"/>
            <a:ext cx="5718048" cy="2011680"/>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9" name="Text Placeholder 4"/>
          <p:cNvSpPr>
            <a:spLocks noGrp="1"/>
          </p:cNvSpPr>
          <p:nvPr>
            <p:ph type="body" sz="quarter" idx="14" hasCustomPrompt="1"/>
          </p:nvPr>
        </p:nvSpPr>
        <p:spPr>
          <a:xfrm>
            <a:off x="6217059" y="3820890"/>
            <a:ext cx="5718048" cy="518130"/>
          </a:xfrm>
          <a:solidFill>
            <a:schemeClr val="accent1"/>
          </a:solidFill>
          <a:ln w="25400">
            <a:solidFill>
              <a:schemeClr val="tx1"/>
            </a:solidFill>
          </a:ln>
        </p:spPr>
        <p:style>
          <a:lnRef idx="1">
            <a:schemeClr val="accent1"/>
          </a:lnRef>
          <a:fillRef idx="3">
            <a:schemeClr val="accent1"/>
          </a:fillRef>
          <a:effectRef idx="2">
            <a:schemeClr val="accent1"/>
          </a:effectRef>
          <a:fontRef idx="none"/>
        </p:style>
        <p:txBody>
          <a:bodyPr vert="horz" wrap="square" lIns="91440" tIns="45720" rIns="91440" bIns="45720" numCol="1" anchor="ctr" anchorCtr="1" compatLnSpc="1">
            <a:noAutofit/>
          </a:bodyPr>
          <a:lstStyle>
            <a:lvl1pPr marL="0" indent="0">
              <a:buNone/>
              <a:defRPr lang="en-US" sz="1600" b="1" kern="1200" dirty="0" smtClean="0">
                <a:solidFill>
                  <a:schemeClr val="tx1"/>
                </a:solidFill>
                <a:latin typeface="Arial" panose="020B0604020202020204" pitchFamily="34" charset="0"/>
                <a:ea typeface="+mn-ea"/>
                <a:cs typeface="+mn-cs"/>
              </a:defRPr>
            </a:lvl1pPr>
            <a:lvl2pPr marL="457185" indent="0">
              <a:buNone/>
              <a:defRPr sz="2000" b="1"/>
            </a:lvl2pPr>
            <a:lvl3pPr marL="914368" indent="0">
              <a:buNone/>
              <a:defRPr sz="1800" b="1"/>
            </a:lvl3pPr>
            <a:lvl4pPr marL="1371554" indent="0">
              <a:buNone/>
              <a:defRPr sz="1600" b="1"/>
            </a:lvl4pPr>
            <a:lvl5pPr marL="1828737" indent="0">
              <a:buNone/>
              <a:defRPr sz="1600" b="1"/>
            </a:lvl5pPr>
            <a:lvl6pPr marL="2285922" indent="0">
              <a:buNone/>
              <a:defRPr sz="1600" b="1"/>
            </a:lvl6pPr>
            <a:lvl7pPr marL="2743105" indent="0">
              <a:buNone/>
              <a:defRPr sz="1600" b="1"/>
            </a:lvl7pPr>
            <a:lvl8pPr marL="3200291" indent="0">
              <a:buNone/>
              <a:defRPr sz="1600" b="1"/>
            </a:lvl8pPr>
            <a:lvl9pPr marL="3657475" indent="0">
              <a:buNone/>
              <a:defRPr sz="1600" b="1"/>
            </a:lvl9pPr>
          </a:lstStyle>
          <a:p>
            <a:pPr lvl="0"/>
            <a:r>
              <a:rPr lang="en-US" noProof="0" dirty="0"/>
              <a:t>Click to edit Master text style</a:t>
            </a:r>
          </a:p>
        </p:txBody>
      </p:sp>
      <p:sp>
        <p:nvSpPr>
          <p:cNvPr id="10" name="Content Placeholder 5"/>
          <p:cNvSpPr>
            <a:spLocks noGrp="1"/>
          </p:cNvSpPr>
          <p:nvPr>
            <p:ph sz="quarter" idx="15" hasCustomPrompt="1"/>
          </p:nvPr>
        </p:nvSpPr>
        <p:spPr>
          <a:xfrm>
            <a:off x="6217059" y="4286584"/>
            <a:ext cx="5718048" cy="2011680"/>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re seul">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p:custDataLst>
              <p:tags r:id="rId2"/>
            </p:custDataLst>
          </p:nvPr>
        </p:nvGraphicFramePr>
        <p:xfrm>
          <a:off x="2" y="1"/>
          <a:ext cx="195385" cy="158750"/>
        </p:xfrm>
        <a:graphic>
          <a:graphicData uri="http://schemas.openxmlformats.org/presentationml/2006/ole">
            <mc:AlternateContent xmlns:mc="http://schemas.openxmlformats.org/markup-compatibility/2006">
              <mc:Choice xmlns:v="urn:schemas-microsoft-com:vml" Requires="v">
                <p:oleObj spid="_x0000_s6160" name="think-cell Slide" r:id="rId5" imgW="12700" imgH="12700" progId="">
                  <p:embed/>
                </p:oleObj>
              </mc:Choice>
              <mc:Fallback>
                <p:oleObj name="think-cell Slide" r:id="rId5" imgW="12700" imgH="12700" progId="">
                  <p:embed/>
                  <p:pic>
                    <p:nvPicPr>
                      <p:cNvPr id="3" name="Object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 y="1"/>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p:custDataLst>
              <p:tags r:id="rId3"/>
            </p:custDataLst>
          </p:nvPr>
        </p:nvSpPr>
        <p:spPr/>
        <p:txBody>
          <a:bodyPr/>
          <a:lstStyle>
            <a:lvl1pPr>
              <a:defRPr/>
            </a:lvl1pPr>
          </a:lstStyle>
          <a:p>
            <a:pPr lvl="0"/>
            <a:r>
              <a:rPr lang="en-US" noProof="0" dirty="0"/>
              <a:t>Click to edit Master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p:custDataLst>
              <p:tags r:id="rId2"/>
            </p:custDataLst>
          </p:nvPr>
        </p:nvGraphicFramePr>
        <p:xfrm>
          <a:off x="12" y="23"/>
          <a:ext cx="180997" cy="143985"/>
        </p:xfrm>
        <a:graphic>
          <a:graphicData uri="http://schemas.openxmlformats.org/presentationml/2006/ole">
            <mc:AlternateContent xmlns:mc="http://schemas.openxmlformats.org/markup-compatibility/2006">
              <mc:Choice xmlns:v="urn:schemas-microsoft-com:vml" Requires="v">
                <p:oleObj spid="_x0000_s7184" name="think-cell Slide" r:id="rId4" imgW="12700" imgH="12700" progId="">
                  <p:embed/>
                </p:oleObj>
              </mc:Choice>
              <mc:Fallback>
                <p:oleObj name="think-cell Slide" r:id="rId4" imgW="12700" imgH="12700" progId="">
                  <p:embed/>
                  <p:pic>
                    <p:nvPicPr>
                      <p:cNvPr id="2" name="Object 1"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 y="23"/>
                        <a:ext cx="180997"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3" name="Table Placeholder 2"/>
          <p:cNvSpPr>
            <a:spLocks noGrp="1"/>
          </p:cNvSpPr>
          <p:nvPr>
            <p:ph type="tbl" idx="1" hasCustomPrompt="1"/>
          </p:nvPr>
        </p:nvSpPr>
        <p:spPr bwMode="gray">
          <a:xfrm>
            <a:off x="321580" y="990600"/>
            <a:ext cx="11582400" cy="5029200"/>
          </a:xfrm>
        </p:spPr>
        <p:txBody>
          <a:bodyPr/>
          <a:lstStyle/>
          <a:p>
            <a:pPr lvl="0"/>
            <a:r>
              <a:rPr lang="en-US" noProof="0"/>
              <a:t>Click icon to add table</a:t>
            </a:r>
            <a:endParaRPr lang="en-US" noProof="0" dirty="0"/>
          </a:p>
        </p:txBody>
      </p:sp>
      <p:sp>
        <p:nvSpPr>
          <p:cNvPr id="6" name="Rectangle 134"/>
          <p:cNvSpPr>
            <a:spLocks noGrp="1" noChangeArrowheads="1"/>
          </p:cNvSpPr>
          <p:nvPr>
            <p:ph type="title"/>
          </p:nvPr>
        </p:nvSpPr>
        <p:spPr bwMode="gray">
          <a:xfrm>
            <a:off x="321736" y="212740"/>
            <a:ext cx="11618976" cy="549275"/>
          </a:xfrm>
          <a:prstGeom prst="rect">
            <a:avLst/>
          </a:prstGeom>
          <a:noFill/>
          <a:ln w="9525">
            <a:noFill/>
            <a:miter lim="800000"/>
          </a:ln>
          <a:effectLst/>
        </p:spPr>
        <p:txBody>
          <a:bodyPr/>
          <a:lstStyle/>
          <a:p>
            <a:pPr lvl="0"/>
            <a:r>
              <a:rPr lang="en-US"/>
              <a:t>Click to edit Master title style</a:t>
            </a:r>
            <a:endParaRPr lang="en-US" dirty="0"/>
          </a:p>
        </p:txBody>
      </p:sp>
      <p:sp>
        <p:nvSpPr>
          <p:cNvPr id="4" name="Rectangle 101"/>
          <p:cNvSpPr>
            <a:spLocks noGrp="1" noChangeArrowheads="1"/>
          </p:cNvSpPr>
          <p:nvPr>
            <p:ph type="dt" sz="half" idx="10"/>
          </p:nvPr>
        </p:nvSpPr>
        <p:spPr>
          <a:xfrm>
            <a:off x="4572002" y="6533674"/>
            <a:ext cx="3544277" cy="165100"/>
          </a:xfrm>
          <a:prstGeom prst="rect">
            <a:avLst/>
          </a:prstGeom>
        </p:spPr>
        <p:txBody>
          <a:bodyPr/>
          <a:lstStyle>
            <a:lvl1pPr fontAlgn="base">
              <a:spcBef>
                <a:spcPct val="0"/>
              </a:spcBef>
              <a:spcAft>
                <a:spcPct val="0"/>
              </a:spcAft>
              <a:defRPr sz="900">
                <a:solidFill>
                  <a:schemeClr val="tx1"/>
                </a:solidFill>
                <a:latin typeface="Arial" panose="020B0604020202020204" pitchFamily="34" charset="0"/>
              </a:defRPr>
            </a:lvl1pPr>
          </a:lstStyle>
          <a:p>
            <a:fld id="{425404F2-BE9A-4460-8815-8F645183555F}" type="datetimeFigureOut">
              <a:rPr lang="en-US" smtClean="0"/>
              <a:t>6/21/2022</a:t>
            </a:fld>
            <a:endParaRPr lang="en-US"/>
          </a:p>
        </p:txBody>
      </p:sp>
      <p:sp>
        <p:nvSpPr>
          <p:cNvPr id="5" name="Rectangle 103"/>
          <p:cNvSpPr>
            <a:spLocks noGrp="1" noChangeArrowheads="1"/>
          </p:cNvSpPr>
          <p:nvPr>
            <p:ph type="sldNum" sz="quarter" idx="11"/>
          </p:nvPr>
        </p:nvSpPr>
        <p:spPr>
          <a:xfrm>
            <a:off x="11941914" y="6732610"/>
            <a:ext cx="242277" cy="103187"/>
          </a:xfrm>
          <a:prstGeom prst="rect">
            <a:avLst/>
          </a:prstGeom>
        </p:spPr>
        <p:txBody>
          <a:bodyPr/>
          <a:lstStyle>
            <a:lvl1pPr fontAlgn="base">
              <a:spcBef>
                <a:spcPct val="0"/>
              </a:spcBef>
              <a:spcAft>
                <a:spcPct val="0"/>
              </a:spcAft>
              <a:defRPr/>
            </a:lvl1pPr>
          </a:lstStyle>
          <a:p>
            <a:fld id="{96E69268-9C8B-4EBF-A9EE-DC5DC2D48DC3}" type="slidenum">
              <a:rPr lang="en-US" smtClean="0"/>
              <a:t>‹#›</a:t>
            </a:fld>
            <a:endParaRPr lang="en-US"/>
          </a:p>
        </p:txBody>
      </p:sp>
    </p:spTree>
  </p:cSld>
  <p:clrMapOvr>
    <a:masterClrMapping/>
  </p:clrMapOvr>
  <p:transition>
    <p:wipe dir="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re et contenu">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27348" y="1815354"/>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re 2"/>
          <p:cNvSpPr>
            <a:spLocks noGrp="1"/>
          </p:cNvSpPr>
          <p:nvPr>
            <p:ph type="title"/>
          </p:nvPr>
        </p:nvSpPr>
        <p:spPr/>
        <p:txBody>
          <a:bodyPr/>
          <a:lstStyle/>
          <a:p>
            <a:r>
              <a:rPr lang="en-US"/>
              <a:t>Click to edit Master title style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_Title, subtitle and content ">
    <p:spTree>
      <p:nvGrpSpPr>
        <p:cNvPr id="1" name=""/>
        <p:cNvGrpSpPr/>
        <p:nvPr/>
      </p:nvGrpSpPr>
      <p:grpSpPr>
        <a:xfrm>
          <a:off x="0" y="0"/>
          <a:ext cx="0" cy="0"/>
          <a:chOff x="0" y="0"/>
          <a:chExt cx="0" cy="0"/>
        </a:xfrm>
      </p:grpSpPr>
      <p:sp>
        <p:nvSpPr>
          <p:cNvPr id="2" name="Title 1"/>
          <p:cNvSpPr>
            <a:spLocks noGrp="1"/>
          </p:cNvSpPr>
          <p:nvPr>
            <p:ph type="title"/>
          </p:nvPr>
        </p:nvSpPr>
        <p:spPr>
          <a:xfrm>
            <a:off x="227358" y="0"/>
            <a:ext cx="11125236"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8" y="1815354"/>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227349" y="1148607"/>
            <a:ext cx="11700000" cy="504056"/>
          </a:xfrm>
          <a:prstGeom prst="rect">
            <a:avLst/>
          </a:prstGeom>
        </p:spPr>
        <p:txBody>
          <a:bodyPr/>
          <a:lstStyle>
            <a:lvl1pPr>
              <a:defRPr>
                <a:solidFill>
                  <a:schemeClr val="accent2"/>
                </a:solidFill>
              </a:defRPr>
            </a:lvl1pPr>
          </a:lstStyle>
          <a:p>
            <a:pPr lvl="0"/>
            <a:r>
              <a:rPr lang="en-US" dirty="0"/>
              <a:t>Click to edit Master subtitle styles</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Two columns">
    <p:spTree>
      <p:nvGrpSpPr>
        <p:cNvPr id="1" name=""/>
        <p:cNvGrpSpPr/>
        <p:nvPr/>
      </p:nvGrpSpPr>
      <p:grpSpPr>
        <a:xfrm>
          <a:off x="0" y="0"/>
          <a:ext cx="0" cy="0"/>
          <a:chOff x="0" y="0"/>
          <a:chExt cx="0" cy="0"/>
        </a:xfrm>
      </p:grpSpPr>
      <p:sp>
        <p:nvSpPr>
          <p:cNvPr id="8" name="Text Placeholder 7"/>
          <p:cNvSpPr>
            <a:spLocks noGrp="1"/>
          </p:cNvSpPr>
          <p:nvPr>
            <p:ph type="body" sz="quarter" idx="10"/>
          </p:nvPr>
        </p:nvSpPr>
        <p:spPr>
          <a:xfrm>
            <a:off x="227355"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7"/>
          <p:cNvSpPr>
            <a:spLocks noGrp="1"/>
          </p:cNvSpPr>
          <p:nvPr>
            <p:ph type="body" sz="quarter" idx="12" hasCustomPrompt="1"/>
          </p:nvPr>
        </p:nvSpPr>
        <p:spPr>
          <a:xfrm>
            <a:off x="227355" y="1420992"/>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14" name="Text Placeholder 7"/>
          <p:cNvSpPr>
            <a:spLocks noGrp="1"/>
          </p:cNvSpPr>
          <p:nvPr>
            <p:ph type="body" sz="quarter" idx="13" hasCustomPrompt="1"/>
          </p:nvPr>
        </p:nvSpPr>
        <p:spPr>
          <a:xfrm>
            <a:off x="6474020" y="1420992"/>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2" name="Titre 1"/>
          <p:cNvSpPr>
            <a:spLocks noGrp="1"/>
          </p:cNvSpPr>
          <p:nvPr>
            <p:ph type="title"/>
          </p:nvPr>
        </p:nvSpPr>
        <p:spPr>
          <a:xfrm>
            <a:off x="227358" y="0"/>
            <a:ext cx="11125236" cy="1104900"/>
          </a:xfrm>
        </p:spPr>
        <p:txBody>
          <a:bodyPr/>
          <a:lstStyle/>
          <a:p>
            <a:r>
              <a:rPr lang="en-US"/>
              <a:t>Click to edit Master title style</a:t>
            </a:r>
            <a:endParaRPr lang="en-US" dirty="0"/>
          </a:p>
        </p:txBody>
      </p:sp>
      <p:sp>
        <p:nvSpPr>
          <p:cNvPr id="16" name="Text Placeholder 7"/>
          <p:cNvSpPr>
            <a:spLocks noGrp="1"/>
          </p:cNvSpPr>
          <p:nvPr>
            <p:ph type="body" sz="quarter" idx="14"/>
          </p:nvPr>
        </p:nvSpPr>
        <p:spPr>
          <a:xfrm>
            <a:off x="6474020"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Text Placeholder 7"/>
          <p:cNvSpPr>
            <a:spLocks noGrp="1"/>
          </p:cNvSpPr>
          <p:nvPr>
            <p:ph type="body" sz="quarter" idx="10"/>
          </p:nvPr>
        </p:nvSpPr>
        <p:spPr>
          <a:xfrm>
            <a:off x="227353" y="2205319"/>
            <a:ext cx="3537828"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7"/>
          <p:cNvSpPr>
            <a:spLocks noGrp="1"/>
          </p:cNvSpPr>
          <p:nvPr>
            <p:ph type="body" sz="quarter" idx="12" hasCustomPrompt="1"/>
          </p:nvPr>
        </p:nvSpPr>
        <p:spPr>
          <a:xfrm>
            <a:off x="227353" y="1420992"/>
            <a:ext cx="3537828"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368" rtl="0" eaLnBrk="1" latinLnBrk="0" hangingPunct="1">
              <a:lnSpc>
                <a:spcPct val="100000"/>
              </a:lnSpc>
              <a:spcBef>
                <a:spcPts val="1000"/>
              </a:spcBef>
              <a:buFont typeface="Arial" panose="020B0604020202020204" pitchFamily="34" charset="0"/>
              <a:buNone/>
            </a:pPr>
            <a:r>
              <a:rPr lang="en-US" dirty="0"/>
              <a:t>Click to insert title</a:t>
            </a:r>
          </a:p>
        </p:txBody>
      </p:sp>
      <p:sp>
        <p:nvSpPr>
          <p:cNvPr id="9" name="Text Placeholder 7"/>
          <p:cNvSpPr>
            <a:spLocks noGrp="1"/>
          </p:cNvSpPr>
          <p:nvPr>
            <p:ph type="body" sz="quarter" idx="14"/>
          </p:nvPr>
        </p:nvSpPr>
        <p:spPr>
          <a:xfrm>
            <a:off x="4313361" y="2205319"/>
            <a:ext cx="3537828"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7"/>
          <p:cNvSpPr>
            <a:spLocks noGrp="1"/>
          </p:cNvSpPr>
          <p:nvPr>
            <p:ph type="body" sz="quarter" idx="15" hasCustomPrompt="1"/>
          </p:nvPr>
        </p:nvSpPr>
        <p:spPr>
          <a:xfrm>
            <a:off x="4313361" y="1420992"/>
            <a:ext cx="3537828"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368" rtl="0" eaLnBrk="1" latinLnBrk="0" hangingPunct="1">
              <a:lnSpc>
                <a:spcPct val="100000"/>
              </a:lnSpc>
              <a:spcBef>
                <a:spcPts val="1000"/>
              </a:spcBef>
              <a:buFont typeface="Arial" panose="020B0604020202020204" pitchFamily="34" charset="0"/>
              <a:buNone/>
            </a:pPr>
            <a:r>
              <a:rPr lang="en-US" dirty="0"/>
              <a:t>Click to insert title</a:t>
            </a:r>
          </a:p>
        </p:txBody>
      </p:sp>
      <p:sp>
        <p:nvSpPr>
          <p:cNvPr id="11" name="Text Placeholder 7"/>
          <p:cNvSpPr>
            <a:spLocks noGrp="1"/>
          </p:cNvSpPr>
          <p:nvPr>
            <p:ph type="body" sz="quarter" idx="16"/>
          </p:nvPr>
        </p:nvSpPr>
        <p:spPr>
          <a:xfrm>
            <a:off x="8384126" y="2205319"/>
            <a:ext cx="3537828"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7"/>
          <p:cNvSpPr>
            <a:spLocks noGrp="1"/>
          </p:cNvSpPr>
          <p:nvPr>
            <p:ph type="body" sz="quarter" idx="17" hasCustomPrompt="1"/>
          </p:nvPr>
        </p:nvSpPr>
        <p:spPr>
          <a:xfrm>
            <a:off x="8384126" y="1420992"/>
            <a:ext cx="3537828"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368" rtl="0" eaLnBrk="1" latinLnBrk="0" hangingPunct="1">
              <a:lnSpc>
                <a:spcPct val="100000"/>
              </a:lnSpc>
              <a:spcBef>
                <a:spcPts val="1000"/>
              </a:spcBef>
              <a:buFont typeface="Arial" panose="020B0604020202020204" pitchFamily="34" charset="0"/>
              <a:buNone/>
            </a:pPr>
            <a:r>
              <a:rPr lang="en-US" dirty="0"/>
              <a:t>Click to insert title</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with numbering,  subtitle and content">
    <p:spTree>
      <p:nvGrpSpPr>
        <p:cNvPr id="1" name=""/>
        <p:cNvGrpSpPr/>
        <p:nvPr/>
      </p:nvGrpSpPr>
      <p:grpSpPr>
        <a:xfrm>
          <a:off x="0" y="0"/>
          <a:ext cx="0" cy="0"/>
          <a:chOff x="0" y="0"/>
          <a:chExt cx="0" cy="0"/>
        </a:xfrm>
      </p:grpSpPr>
      <p:graphicFrame>
        <p:nvGraphicFramePr>
          <p:cNvPr id="15" name="Object 14" hidden="1"/>
          <p:cNvGraphicFramePr>
            <a:graphicFrameLocks noChangeAspect="1"/>
          </p:cNvGraphicFramePr>
          <p:nvPr>
            <p:custDataLst>
              <p:tags r:id="rId2"/>
            </p:custDataLst>
          </p:nvPr>
        </p:nvGraphicFramePr>
        <p:xfrm>
          <a:off x="1593" y="1600"/>
          <a:ext cx="1588" cy="1587"/>
        </p:xfrm>
        <a:graphic>
          <a:graphicData uri="http://schemas.openxmlformats.org/presentationml/2006/ole">
            <mc:AlternateContent xmlns:mc="http://schemas.openxmlformats.org/markup-compatibility/2006">
              <mc:Choice xmlns:v="urn:schemas-microsoft-com:vml" Requires="v">
                <p:oleObj spid="_x0000_s8208" name="think-cell Slide" r:id="rId4" imgW="12700" imgH="12700" progId="TCLayout.ActiveDocument.1">
                  <p:embed/>
                </p:oleObj>
              </mc:Choice>
              <mc:Fallback>
                <p:oleObj name="think-cell Slide" r:id="rId4" imgW="12700" imgH="12700" progId="TCLayout.ActiveDocument.1">
                  <p:embed/>
                  <p:pic>
                    <p:nvPicPr>
                      <p:cNvPr id="15" name="Object 1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3" y="1600"/>
                        <a:ext cx="1588"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 name="Rectangle 17"/>
          <p:cNvSpPr/>
          <p:nvPr/>
        </p:nvSpPr>
        <p:spPr>
          <a:xfrm>
            <a:off x="7" y="4"/>
            <a:ext cx="919999" cy="4286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1510" name="Freeform 6"/>
          <p:cNvSpPr/>
          <p:nvPr/>
        </p:nvSpPr>
        <p:spPr bwMode="auto">
          <a:xfrm>
            <a:off x="7" y="0"/>
            <a:ext cx="919999" cy="1146174"/>
          </a:xfrm>
          <a:custGeom>
            <a:avLst/>
            <a:gdLst/>
            <a:ahLst/>
            <a:cxnLst>
              <a:cxn ang="0">
                <a:pos x="1681" y="25"/>
              </a:cxn>
              <a:cxn ang="0">
                <a:pos x="1655" y="0"/>
              </a:cxn>
              <a:cxn ang="0">
                <a:pos x="22" y="0"/>
              </a:cxn>
              <a:cxn ang="0">
                <a:pos x="0" y="23"/>
              </a:cxn>
              <a:cxn ang="0">
                <a:pos x="0" y="2095"/>
              </a:cxn>
              <a:cxn ang="0">
                <a:pos x="336" y="2085"/>
              </a:cxn>
              <a:cxn ang="0">
                <a:pos x="682" y="2056"/>
              </a:cxn>
              <a:cxn ang="0">
                <a:pos x="897" y="2032"/>
              </a:cxn>
              <a:cxn ang="0">
                <a:pos x="1082" y="2005"/>
              </a:cxn>
              <a:cxn ang="0">
                <a:pos x="1332" y="1960"/>
              </a:cxn>
              <a:cxn ang="0">
                <a:pos x="1567" y="1911"/>
              </a:cxn>
              <a:cxn ang="0">
                <a:pos x="1680" y="1883"/>
              </a:cxn>
              <a:cxn ang="0">
                <a:pos x="1681" y="25"/>
              </a:cxn>
            </a:cxnLst>
            <a:rect l="0" t="0" r="r" b="b"/>
            <a:pathLst>
              <a:path w="1681" h="2095">
                <a:moveTo>
                  <a:pt x="1681" y="25"/>
                </a:moveTo>
                <a:cubicBezTo>
                  <a:pt x="1681" y="3"/>
                  <a:pt x="1675" y="0"/>
                  <a:pt x="1655" y="0"/>
                </a:cubicBezTo>
                <a:cubicBezTo>
                  <a:pt x="1111" y="1"/>
                  <a:pt x="567" y="1"/>
                  <a:pt x="22" y="0"/>
                </a:cubicBezTo>
                <a:cubicBezTo>
                  <a:pt x="5" y="0"/>
                  <a:pt x="0" y="3"/>
                  <a:pt x="0" y="23"/>
                </a:cubicBezTo>
                <a:cubicBezTo>
                  <a:pt x="0" y="713"/>
                  <a:pt x="0" y="1404"/>
                  <a:pt x="0" y="2095"/>
                </a:cubicBezTo>
                <a:cubicBezTo>
                  <a:pt x="112" y="2091"/>
                  <a:pt x="224" y="2088"/>
                  <a:pt x="336" y="2085"/>
                </a:cubicBezTo>
                <a:cubicBezTo>
                  <a:pt x="452" y="2081"/>
                  <a:pt x="567" y="2068"/>
                  <a:pt x="682" y="2056"/>
                </a:cubicBezTo>
                <a:cubicBezTo>
                  <a:pt x="754" y="2049"/>
                  <a:pt x="826" y="2045"/>
                  <a:pt x="897" y="2032"/>
                </a:cubicBezTo>
                <a:cubicBezTo>
                  <a:pt x="958" y="2020"/>
                  <a:pt x="1021" y="2018"/>
                  <a:pt x="1082" y="2005"/>
                </a:cubicBezTo>
                <a:cubicBezTo>
                  <a:pt x="1165" y="1989"/>
                  <a:pt x="1249" y="1977"/>
                  <a:pt x="1332" y="1960"/>
                </a:cubicBezTo>
                <a:cubicBezTo>
                  <a:pt x="1410" y="1945"/>
                  <a:pt x="1489" y="1928"/>
                  <a:pt x="1567" y="1911"/>
                </a:cubicBezTo>
                <a:cubicBezTo>
                  <a:pt x="1605" y="1904"/>
                  <a:pt x="1643" y="1895"/>
                  <a:pt x="1680" y="1883"/>
                </a:cubicBezTo>
                <a:cubicBezTo>
                  <a:pt x="1680" y="1263"/>
                  <a:pt x="1680" y="644"/>
                  <a:pt x="1681" y="25"/>
                </a:cubicBezTo>
                <a:close/>
              </a:path>
            </a:pathLst>
          </a:custGeom>
          <a:solidFill>
            <a:schemeClr val="accent2"/>
          </a:solidFill>
          <a:ln w="9525">
            <a:noFill/>
            <a:round/>
          </a:ln>
        </p:spPr>
        <p:txBody>
          <a:bodyPr vert="horz" wrap="square" lIns="91440" tIns="45720" rIns="91440" bIns="45720" numCol="1" anchor="t" anchorCtr="0" compatLnSpc="1"/>
          <a:lstStyle/>
          <a:p>
            <a:endParaRPr lang="en-GB" sz="1800"/>
          </a:p>
        </p:txBody>
      </p:sp>
      <p:sp>
        <p:nvSpPr>
          <p:cNvPr id="2" name="Title 1"/>
          <p:cNvSpPr>
            <a:spLocks noGrp="1"/>
          </p:cNvSpPr>
          <p:nvPr>
            <p:ph type="title"/>
          </p:nvPr>
        </p:nvSpPr>
        <p:spPr>
          <a:xfrm>
            <a:off x="974874" y="0"/>
            <a:ext cx="10377711"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8" y="1815351"/>
            <a:ext cx="11700000" cy="4467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974878" y="1148607"/>
            <a:ext cx="10940903" cy="504056"/>
          </a:xfrm>
          <a:prstGeom prst="rect">
            <a:avLst/>
          </a:prstGeom>
        </p:spPr>
        <p:txBody>
          <a:bodyPr/>
          <a:lstStyle>
            <a:lvl1pPr>
              <a:defRPr>
                <a:solidFill>
                  <a:schemeClr val="accent2"/>
                </a:solidFill>
              </a:defRPr>
            </a:lvl1pPr>
          </a:lstStyle>
          <a:p>
            <a:pPr lvl="0"/>
            <a:r>
              <a:rPr lang="en-US" dirty="0"/>
              <a:t>Click to edit Master subtitle styles</a:t>
            </a:r>
          </a:p>
        </p:txBody>
      </p:sp>
      <p:sp>
        <p:nvSpPr>
          <p:cNvPr id="17" name="Text Placeholder 16"/>
          <p:cNvSpPr>
            <a:spLocks noGrp="1"/>
          </p:cNvSpPr>
          <p:nvPr>
            <p:ph type="body" sz="quarter" idx="12" hasCustomPrompt="1"/>
          </p:nvPr>
        </p:nvSpPr>
        <p:spPr>
          <a:xfrm>
            <a:off x="0" y="48742"/>
            <a:ext cx="914400" cy="914400"/>
          </a:xfrm>
        </p:spPr>
        <p:txBody>
          <a:bodyPr anchor="ctr">
            <a:normAutofit/>
          </a:bodyPr>
          <a:lstStyle>
            <a:lvl1pPr marL="0" indent="0" algn="ctr" defTabSz="914368" rtl="0" eaLnBrk="1" latinLnBrk="0" hangingPunct="1">
              <a:lnSpc>
                <a:spcPct val="90000"/>
              </a:lnSpc>
              <a:spcBef>
                <a:spcPts val="1000"/>
              </a:spcBef>
              <a:buFont typeface="Arial" panose="020B0604020202020204" pitchFamily="34" charset="0"/>
              <a:buNone/>
              <a:defRPr lang="en-GB" sz="4000" kern="1200" dirty="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n-US" dirty="0"/>
              <a:t>#</a:t>
            </a:r>
            <a:endParaRPr lang="en-GB"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Titre seul">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93" y="1600"/>
          <a:ext cx="1588" cy="1587"/>
        </p:xfrm>
        <a:graphic>
          <a:graphicData uri="http://schemas.openxmlformats.org/presentationml/2006/ole">
            <mc:AlternateContent xmlns:mc="http://schemas.openxmlformats.org/markup-compatibility/2006">
              <mc:Choice xmlns:v="urn:schemas-microsoft-com:vml" Requires="v">
                <p:oleObj spid="_x0000_s9232" name="think-cell Slide" r:id="rId4" imgW="12700" imgH="12700" progId="TCLayout.ActiveDocument.1">
                  <p:embed/>
                </p:oleObj>
              </mc:Choice>
              <mc:Fallback>
                <p:oleObj name="think-cell Slide" r:id="rId4" imgW="12700" imgH="1270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3" y="1600"/>
                        <a:ext cx="1588"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a:t>Click to edit Master title style</a:t>
            </a:r>
            <a:endParaRPr lang="en-GB"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_Vide">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93" y="1600"/>
          <a:ext cx="1588" cy="1587"/>
        </p:xfrm>
        <a:graphic>
          <a:graphicData uri="http://schemas.openxmlformats.org/presentationml/2006/ole">
            <mc:AlternateContent xmlns:mc="http://schemas.openxmlformats.org/markup-compatibility/2006">
              <mc:Choice xmlns:v="urn:schemas-microsoft-com:vml" Requires="v">
                <p:oleObj spid="_x0000_s10256" name="think-cell Slide" r:id="rId4" imgW="12700" imgH="12700" progId="TCLayout.ActiveDocument.1">
                  <p:embed/>
                </p:oleObj>
              </mc:Choice>
              <mc:Fallback>
                <p:oleObj name="think-cell Slide" r:id="rId4" imgW="12700" imgH="1270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3" y="1600"/>
                        <a:ext cx="1588"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Single Profile">
    <p:spTree>
      <p:nvGrpSpPr>
        <p:cNvPr id="1" name=""/>
        <p:cNvGrpSpPr/>
        <p:nvPr/>
      </p:nvGrpSpPr>
      <p:grpSpPr>
        <a:xfrm>
          <a:off x="0" y="0"/>
          <a:ext cx="0" cy="0"/>
          <a:chOff x="0" y="0"/>
          <a:chExt cx="0" cy="0"/>
        </a:xfrm>
      </p:grpSpPr>
      <p:sp>
        <p:nvSpPr>
          <p:cNvPr id="12" name="Freeform: Shape 11"/>
          <p:cNvSpPr/>
          <p:nvPr/>
        </p:nvSpPr>
        <p:spPr>
          <a:xfrm flipV="1">
            <a:off x="5" y="0"/>
            <a:ext cx="5204012" cy="3119718"/>
          </a:xfrm>
          <a:custGeom>
            <a:avLst/>
            <a:gdLst>
              <a:gd name="connsiteX0" fmla="*/ 2836724 w 6262141"/>
              <a:gd name="connsiteY0" fmla="*/ 775 h 4159686"/>
              <a:gd name="connsiteX1" fmla="*/ 3822188 w 6262141"/>
              <a:gd name="connsiteY1" fmla="*/ 22965 h 4159686"/>
              <a:gd name="connsiteX2" fmla="*/ 5982756 w 6262141"/>
              <a:gd name="connsiteY2" fmla="*/ 3706589 h 4159686"/>
              <a:gd name="connsiteX3" fmla="*/ 6262141 w 6262141"/>
              <a:gd name="connsiteY3" fmla="*/ 4159686 h 4159686"/>
              <a:gd name="connsiteX4" fmla="*/ 0 w 6262141"/>
              <a:gd name="connsiteY4" fmla="*/ 4159686 h 4159686"/>
              <a:gd name="connsiteX5" fmla="*/ 0 w 6262141"/>
              <a:gd name="connsiteY5" fmla="*/ 3700458 h 4159686"/>
              <a:gd name="connsiteX6" fmla="*/ 0 w 6262141"/>
              <a:gd name="connsiteY6" fmla="*/ 3329154 h 4159686"/>
              <a:gd name="connsiteX7" fmla="*/ 0 w 6262141"/>
              <a:gd name="connsiteY7" fmla="*/ 2944589 h 4159686"/>
              <a:gd name="connsiteX8" fmla="*/ 0 w 6262141"/>
              <a:gd name="connsiteY8" fmla="*/ 2546533 h 4159686"/>
              <a:gd name="connsiteX9" fmla="*/ 0 w 6262141"/>
              <a:gd name="connsiteY9" fmla="*/ 2134752 h 4159686"/>
              <a:gd name="connsiteX10" fmla="*/ 0 w 6262141"/>
              <a:gd name="connsiteY10" fmla="*/ 1709014 h 4159686"/>
              <a:gd name="connsiteX11" fmla="*/ 0 w 6262141"/>
              <a:gd name="connsiteY11" fmla="*/ 1269085 h 4159686"/>
              <a:gd name="connsiteX12" fmla="*/ 0 w 6262141"/>
              <a:gd name="connsiteY12" fmla="*/ 814735 h 4159686"/>
              <a:gd name="connsiteX13" fmla="*/ 0 w 6262141"/>
              <a:gd name="connsiteY13" fmla="*/ 345728 h 4159686"/>
              <a:gd name="connsiteX14" fmla="*/ 2836724 w 6262141"/>
              <a:gd name="connsiteY14" fmla="*/ 775 h 4159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262141" h="4159686">
                <a:moveTo>
                  <a:pt x="2836724" y="775"/>
                </a:moveTo>
                <a:cubicBezTo>
                  <a:pt x="3163345" y="-2587"/>
                  <a:pt x="3492318" y="5034"/>
                  <a:pt x="3822188" y="22965"/>
                </a:cubicBezTo>
                <a:cubicBezTo>
                  <a:pt x="4104550" y="1058496"/>
                  <a:pt x="5095168" y="2317803"/>
                  <a:pt x="5982756" y="3706589"/>
                </a:cubicBezTo>
                <a:lnTo>
                  <a:pt x="6262141" y="4159686"/>
                </a:lnTo>
                <a:lnTo>
                  <a:pt x="0" y="4159686"/>
                </a:lnTo>
                <a:lnTo>
                  <a:pt x="0" y="3700458"/>
                </a:lnTo>
                <a:lnTo>
                  <a:pt x="0" y="3329154"/>
                </a:lnTo>
                <a:lnTo>
                  <a:pt x="0" y="2944589"/>
                </a:lnTo>
                <a:lnTo>
                  <a:pt x="0" y="2546533"/>
                </a:lnTo>
                <a:lnTo>
                  <a:pt x="0" y="2134752"/>
                </a:lnTo>
                <a:lnTo>
                  <a:pt x="0" y="1709014"/>
                </a:lnTo>
                <a:lnTo>
                  <a:pt x="0" y="1269085"/>
                </a:lnTo>
                <a:lnTo>
                  <a:pt x="0" y="814735"/>
                </a:lnTo>
                <a:lnTo>
                  <a:pt x="0" y="345728"/>
                </a:lnTo>
                <a:cubicBezTo>
                  <a:pt x="898178" y="119794"/>
                  <a:pt x="1856863" y="10862"/>
                  <a:pt x="2836724" y="775"/>
                </a:cubicBezTo>
                <a:close/>
              </a:path>
            </a:pathLst>
          </a:custGeom>
          <a:solidFill>
            <a:srgbClr val="12AB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sz="1800" dirty="0"/>
          </a:p>
        </p:txBody>
      </p:sp>
      <p:sp>
        <p:nvSpPr>
          <p:cNvPr id="26" name="Text Placeholder 4"/>
          <p:cNvSpPr>
            <a:spLocks noGrp="1"/>
          </p:cNvSpPr>
          <p:nvPr>
            <p:ph type="body" sz="quarter" idx="14" hasCustomPrompt="1"/>
          </p:nvPr>
        </p:nvSpPr>
        <p:spPr>
          <a:xfrm>
            <a:off x="783131" y="5278427"/>
            <a:ext cx="3296647" cy="331986"/>
          </a:xfrm>
          <a:prstGeom prst="rect">
            <a:avLst/>
          </a:prstGeom>
          <a:noFill/>
        </p:spPr>
        <p:txBody>
          <a:bodyPr anchor="ctr">
            <a:noAutofit/>
          </a:bodyPr>
          <a:lstStyle>
            <a:lvl1pPr algn="l">
              <a:defRPr sz="1600" b="1">
                <a:solidFill>
                  <a:schemeClr val="accent2"/>
                </a:solidFill>
              </a:defRPr>
            </a:lvl1pPr>
            <a:lvl2pPr>
              <a:defRPr sz="1400"/>
            </a:lvl2pPr>
            <a:lvl3pPr>
              <a:defRPr sz="1200"/>
            </a:lvl3pPr>
            <a:lvl4pPr>
              <a:defRPr sz="1100"/>
            </a:lvl4pPr>
            <a:lvl5pPr>
              <a:defRPr sz="1100"/>
            </a:lvl5pPr>
          </a:lstStyle>
          <a:p>
            <a:pPr lvl="0"/>
            <a:r>
              <a:rPr lang="en-US" dirty="0"/>
              <a:t>Insert education </a:t>
            </a:r>
          </a:p>
        </p:txBody>
      </p:sp>
      <p:sp>
        <p:nvSpPr>
          <p:cNvPr id="23" name="Text Placeholder 4"/>
          <p:cNvSpPr>
            <a:spLocks noGrp="1"/>
          </p:cNvSpPr>
          <p:nvPr>
            <p:ph type="body" sz="quarter" idx="13" hasCustomPrompt="1"/>
          </p:nvPr>
        </p:nvSpPr>
        <p:spPr>
          <a:xfrm>
            <a:off x="783131" y="3916354"/>
            <a:ext cx="3296647" cy="412363"/>
          </a:xfrm>
          <a:prstGeom prst="rect">
            <a:avLst/>
          </a:prstGeom>
          <a:noFill/>
        </p:spPr>
        <p:txBody>
          <a:bodyPr anchor="ctr">
            <a:noAutofit/>
          </a:bodyPr>
          <a:lstStyle>
            <a:lvl1pPr algn="l">
              <a:defRPr sz="2000" b="1">
                <a:solidFill>
                  <a:schemeClr val="accent2"/>
                </a:solidFill>
              </a:defRPr>
            </a:lvl1pPr>
            <a:lvl2pPr>
              <a:defRPr sz="1400"/>
            </a:lvl2pPr>
            <a:lvl3pPr>
              <a:defRPr sz="1200"/>
            </a:lvl3pPr>
            <a:lvl4pPr>
              <a:defRPr sz="1100"/>
            </a:lvl4pPr>
            <a:lvl5pPr>
              <a:defRPr sz="1100"/>
            </a:lvl5pPr>
          </a:lstStyle>
          <a:p>
            <a:pPr lvl="0"/>
            <a:r>
              <a:rPr lang="en-US" dirty="0"/>
              <a:t>Insert Name</a:t>
            </a:r>
          </a:p>
        </p:txBody>
      </p:sp>
      <p:sp>
        <p:nvSpPr>
          <p:cNvPr id="24" name="Text Placeholder 7"/>
          <p:cNvSpPr>
            <a:spLocks noGrp="1"/>
          </p:cNvSpPr>
          <p:nvPr>
            <p:ph type="body" sz="quarter" idx="10" hasCustomPrompt="1"/>
          </p:nvPr>
        </p:nvSpPr>
        <p:spPr>
          <a:xfrm>
            <a:off x="782085" y="4344098"/>
            <a:ext cx="3304144" cy="894840"/>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27" name="Text Placeholder 7"/>
          <p:cNvSpPr>
            <a:spLocks noGrp="1"/>
          </p:cNvSpPr>
          <p:nvPr>
            <p:ph type="body" sz="quarter" idx="15" hasCustomPrompt="1"/>
          </p:nvPr>
        </p:nvSpPr>
        <p:spPr>
          <a:xfrm>
            <a:off x="782087" y="5601397"/>
            <a:ext cx="3297695" cy="713864"/>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13" name="Oval 20"/>
          <p:cNvSpPr/>
          <p:nvPr/>
        </p:nvSpPr>
        <p:spPr>
          <a:xfrm>
            <a:off x="1381198" y="1147034"/>
            <a:ext cx="2609221" cy="2465696"/>
          </a:xfrm>
          <a:custGeom>
            <a:avLst/>
            <a:gdLst>
              <a:gd name="connsiteX0" fmla="*/ 0 w 3314251"/>
              <a:gd name="connsiteY0" fmla="*/ 1564410 h 3128820"/>
              <a:gd name="connsiteX1" fmla="*/ 1657126 w 3314251"/>
              <a:gd name="connsiteY1" fmla="*/ 0 h 3128820"/>
              <a:gd name="connsiteX2" fmla="*/ 3314252 w 3314251"/>
              <a:gd name="connsiteY2" fmla="*/ 1564410 h 3128820"/>
              <a:gd name="connsiteX3" fmla="*/ 1657126 w 3314251"/>
              <a:gd name="connsiteY3" fmla="*/ 3128820 h 3128820"/>
              <a:gd name="connsiteX4" fmla="*/ 0 w 3314251"/>
              <a:gd name="connsiteY4" fmla="*/ 1564410 h 3128820"/>
              <a:gd name="connsiteX0-1" fmla="*/ 0 w 3314252"/>
              <a:gd name="connsiteY0-2" fmla="*/ 1564410 h 3128820"/>
              <a:gd name="connsiteX1-3" fmla="*/ 1657126 w 3314252"/>
              <a:gd name="connsiteY1-4" fmla="*/ 0 h 3128820"/>
              <a:gd name="connsiteX2-5" fmla="*/ 3314252 w 3314252"/>
              <a:gd name="connsiteY2-6" fmla="*/ 1564410 h 3128820"/>
              <a:gd name="connsiteX3-7" fmla="*/ 1657126 w 3314252"/>
              <a:gd name="connsiteY3-8" fmla="*/ 3128820 h 3128820"/>
              <a:gd name="connsiteX4-9" fmla="*/ 0 w 3314252"/>
              <a:gd name="connsiteY4-10" fmla="*/ 1564410 h 3128820"/>
              <a:gd name="connsiteX0-11" fmla="*/ 0 w 3314252"/>
              <a:gd name="connsiteY0-12" fmla="*/ 1565821 h 3130231"/>
              <a:gd name="connsiteX1-13" fmla="*/ 1657126 w 3314252"/>
              <a:gd name="connsiteY1-14" fmla="*/ 1411 h 3130231"/>
              <a:gd name="connsiteX2-15" fmla="*/ 3314252 w 3314252"/>
              <a:gd name="connsiteY2-16" fmla="*/ 1565821 h 3130231"/>
              <a:gd name="connsiteX3-17" fmla="*/ 1657126 w 3314252"/>
              <a:gd name="connsiteY3-18" fmla="*/ 3130231 h 3130231"/>
              <a:gd name="connsiteX4-19" fmla="*/ 0 w 3314252"/>
              <a:gd name="connsiteY4-20" fmla="*/ 1565821 h 3130231"/>
              <a:gd name="connsiteX0-21" fmla="*/ 0 w 3314252"/>
              <a:gd name="connsiteY0-22" fmla="*/ 1567937 h 3132347"/>
              <a:gd name="connsiteX1-23" fmla="*/ 1657126 w 3314252"/>
              <a:gd name="connsiteY1-24" fmla="*/ 3527 h 3132347"/>
              <a:gd name="connsiteX2-25" fmla="*/ 3314252 w 3314252"/>
              <a:gd name="connsiteY2-26" fmla="*/ 1567937 h 3132347"/>
              <a:gd name="connsiteX3-27" fmla="*/ 1657126 w 3314252"/>
              <a:gd name="connsiteY3-28" fmla="*/ 3132347 h 3132347"/>
              <a:gd name="connsiteX4-29" fmla="*/ 0 w 3314252"/>
              <a:gd name="connsiteY4-30" fmla="*/ 1567937 h 3132347"/>
              <a:gd name="connsiteX0-31" fmla="*/ 0 w 3314252"/>
              <a:gd name="connsiteY0-32" fmla="*/ 1564505 h 3128915"/>
              <a:gd name="connsiteX1-33" fmla="*/ 1657126 w 3314252"/>
              <a:gd name="connsiteY1-34" fmla="*/ 95 h 3128915"/>
              <a:gd name="connsiteX2-35" fmla="*/ 3314252 w 3314252"/>
              <a:gd name="connsiteY2-36" fmla="*/ 1564505 h 3128915"/>
              <a:gd name="connsiteX3-37" fmla="*/ 1657126 w 3314252"/>
              <a:gd name="connsiteY3-38" fmla="*/ 3128915 h 3128915"/>
              <a:gd name="connsiteX4-39" fmla="*/ 0 w 3314252"/>
              <a:gd name="connsiteY4-40" fmla="*/ 1564505 h 3128915"/>
              <a:gd name="connsiteX0-41" fmla="*/ 0 w 3314252"/>
              <a:gd name="connsiteY0-42" fmla="*/ 1565503 h 3129913"/>
              <a:gd name="connsiteX1-43" fmla="*/ 1657126 w 3314252"/>
              <a:gd name="connsiteY1-44" fmla="*/ 1093 h 3129913"/>
              <a:gd name="connsiteX2-45" fmla="*/ 3314252 w 3314252"/>
              <a:gd name="connsiteY2-46" fmla="*/ 1565503 h 3129913"/>
              <a:gd name="connsiteX3-47" fmla="*/ 1657126 w 3314252"/>
              <a:gd name="connsiteY3-48" fmla="*/ 3129913 h 3129913"/>
              <a:gd name="connsiteX4-49" fmla="*/ 0 w 3314252"/>
              <a:gd name="connsiteY4-50" fmla="*/ 1565503 h 3129913"/>
              <a:gd name="connsiteX0-51" fmla="*/ 0 w 3314252"/>
              <a:gd name="connsiteY0-52" fmla="*/ 1564410 h 3128820"/>
              <a:gd name="connsiteX1-53" fmla="*/ 1657126 w 3314252"/>
              <a:gd name="connsiteY1-54" fmla="*/ 0 h 3128820"/>
              <a:gd name="connsiteX2-55" fmla="*/ 3314252 w 3314252"/>
              <a:gd name="connsiteY2-56" fmla="*/ 1564410 h 3128820"/>
              <a:gd name="connsiteX3-57" fmla="*/ 1657126 w 3314252"/>
              <a:gd name="connsiteY3-58" fmla="*/ 3128820 h 3128820"/>
              <a:gd name="connsiteX4-59" fmla="*/ 0 w 3314252"/>
              <a:gd name="connsiteY4-60" fmla="*/ 1564410 h 3128820"/>
              <a:gd name="connsiteX0-61" fmla="*/ 0 w 3314252"/>
              <a:gd name="connsiteY0-62" fmla="*/ 1564433 h 3128843"/>
              <a:gd name="connsiteX1-63" fmla="*/ 1657126 w 3314252"/>
              <a:gd name="connsiteY1-64" fmla="*/ 23 h 3128843"/>
              <a:gd name="connsiteX2-65" fmla="*/ 3314252 w 3314252"/>
              <a:gd name="connsiteY2-66" fmla="*/ 1564433 h 3128843"/>
              <a:gd name="connsiteX3-67" fmla="*/ 1657126 w 3314252"/>
              <a:gd name="connsiteY3-68" fmla="*/ 3128843 h 3128843"/>
              <a:gd name="connsiteX4-69" fmla="*/ 0 w 3314252"/>
              <a:gd name="connsiteY4-70" fmla="*/ 1564433 h 3128843"/>
              <a:gd name="connsiteX0-71" fmla="*/ 0 w 3314252"/>
              <a:gd name="connsiteY0-72" fmla="*/ 1564433 h 3129053"/>
              <a:gd name="connsiteX1-73" fmla="*/ 1657126 w 3314252"/>
              <a:gd name="connsiteY1-74" fmla="*/ 23 h 3129053"/>
              <a:gd name="connsiteX2-75" fmla="*/ 3314252 w 3314252"/>
              <a:gd name="connsiteY2-76" fmla="*/ 1564433 h 3129053"/>
              <a:gd name="connsiteX3-77" fmla="*/ 1657126 w 3314252"/>
              <a:gd name="connsiteY3-78" fmla="*/ 3128843 h 3129053"/>
              <a:gd name="connsiteX4-79" fmla="*/ 0 w 3314252"/>
              <a:gd name="connsiteY4-80" fmla="*/ 1564433 h 3129053"/>
              <a:gd name="connsiteX0-81" fmla="*/ 0 w 3314252"/>
              <a:gd name="connsiteY0-82" fmla="*/ 1564433 h 3131880"/>
              <a:gd name="connsiteX1-83" fmla="*/ 1657126 w 3314252"/>
              <a:gd name="connsiteY1-84" fmla="*/ 23 h 3131880"/>
              <a:gd name="connsiteX2-85" fmla="*/ 3314252 w 3314252"/>
              <a:gd name="connsiteY2-86" fmla="*/ 1564433 h 3131880"/>
              <a:gd name="connsiteX3-87" fmla="*/ 1657126 w 3314252"/>
              <a:gd name="connsiteY3-88" fmla="*/ 3128843 h 3131880"/>
              <a:gd name="connsiteX4-89" fmla="*/ 0 w 3314252"/>
              <a:gd name="connsiteY4-90" fmla="*/ 1564433 h 3131880"/>
              <a:gd name="connsiteX0-91" fmla="*/ 0 w 3314252"/>
              <a:gd name="connsiteY0-92" fmla="*/ 1564433 h 3131423"/>
              <a:gd name="connsiteX1-93" fmla="*/ 1657126 w 3314252"/>
              <a:gd name="connsiteY1-94" fmla="*/ 23 h 3131423"/>
              <a:gd name="connsiteX2-95" fmla="*/ 3314252 w 3314252"/>
              <a:gd name="connsiteY2-96" fmla="*/ 1564433 h 3131423"/>
              <a:gd name="connsiteX3-97" fmla="*/ 1657126 w 3314252"/>
              <a:gd name="connsiteY3-98" fmla="*/ 3128843 h 3131423"/>
              <a:gd name="connsiteX4-99" fmla="*/ 0 w 3314252"/>
              <a:gd name="connsiteY4-100" fmla="*/ 1564433 h 313142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314252" h="3131423">
                <a:moveTo>
                  <a:pt x="0" y="1564433"/>
                </a:moveTo>
                <a:cubicBezTo>
                  <a:pt x="0" y="700433"/>
                  <a:pt x="775256" y="19074"/>
                  <a:pt x="1657126" y="23"/>
                </a:cubicBezTo>
                <a:cubicBezTo>
                  <a:pt x="2639009" y="-4740"/>
                  <a:pt x="3314252" y="700433"/>
                  <a:pt x="3314252" y="1564433"/>
                </a:cubicBezTo>
                <a:cubicBezTo>
                  <a:pt x="3314252" y="2428433"/>
                  <a:pt x="2367543" y="3071694"/>
                  <a:pt x="1657126" y="3128843"/>
                </a:cubicBezTo>
                <a:cubicBezTo>
                  <a:pt x="665721" y="3181230"/>
                  <a:pt x="0" y="2428433"/>
                  <a:pt x="0" y="1564433"/>
                </a:cubicBezTo>
                <a:close/>
              </a:path>
            </a:pathLst>
          </a:custGeom>
          <a:solidFill>
            <a:srgbClr val="95E61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sz="180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27348" y="1815354"/>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re 2"/>
          <p:cNvSpPr>
            <a:spLocks noGrp="1"/>
          </p:cNvSpPr>
          <p:nvPr>
            <p:ph type="title"/>
          </p:nvPr>
        </p:nvSpPr>
        <p:spPr/>
        <p:txBody>
          <a:bodyPr/>
          <a:lstStyle/>
          <a:p>
            <a:r>
              <a:rPr lang="en-US"/>
              <a:t>Click to edit Master title style</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ubtitle and content ">
    <p:spTree>
      <p:nvGrpSpPr>
        <p:cNvPr id="1" name=""/>
        <p:cNvGrpSpPr/>
        <p:nvPr/>
      </p:nvGrpSpPr>
      <p:grpSpPr>
        <a:xfrm>
          <a:off x="0" y="0"/>
          <a:ext cx="0" cy="0"/>
          <a:chOff x="0" y="0"/>
          <a:chExt cx="0" cy="0"/>
        </a:xfrm>
      </p:grpSpPr>
      <p:sp>
        <p:nvSpPr>
          <p:cNvPr id="2" name="Title 1"/>
          <p:cNvSpPr>
            <a:spLocks noGrp="1"/>
          </p:cNvSpPr>
          <p:nvPr>
            <p:ph type="title"/>
          </p:nvPr>
        </p:nvSpPr>
        <p:spPr>
          <a:xfrm>
            <a:off x="227358" y="0"/>
            <a:ext cx="11125236"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8" y="1815354"/>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227349" y="1148607"/>
            <a:ext cx="11700000" cy="504056"/>
          </a:xfrm>
          <a:prstGeom prst="rect">
            <a:avLst/>
          </a:prstGeom>
        </p:spPr>
        <p:txBody>
          <a:bodyPr/>
          <a:lstStyle>
            <a:lvl1pPr>
              <a:defRPr>
                <a:solidFill>
                  <a:schemeClr val="accent2"/>
                </a:solidFill>
              </a:defRPr>
            </a:lvl1pPr>
          </a:lstStyle>
          <a:p>
            <a:pPr lvl="0"/>
            <a:r>
              <a:rPr lang="en-US" dirty="0"/>
              <a:t>Click to edit Master subtitle styles</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Two columns">
    <p:spTree>
      <p:nvGrpSpPr>
        <p:cNvPr id="1" name=""/>
        <p:cNvGrpSpPr/>
        <p:nvPr/>
      </p:nvGrpSpPr>
      <p:grpSpPr>
        <a:xfrm>
          <a:off x="0" y="0"/>
          <a:ext cx="0" cy="0"/>
          <a:chOff x="0" y="0"/>
          <a:chExt cx="0" cy="0"/>
        </a:xfrm>
      </p:grpSpPr>
      <p:sp>
        <p:nvSpPr>
          <p:cNvPr id="8" name="Text Placeholder 7"/>
          <p:cNvSpPr>
            <a:spLocks noGrp="1"/>
          </p:cNvSpPr>
          <p:nvPr>
            <p:ph type="body" sz="quarter" idx="10"/>
          </p:nvPr>
        </p:nvSpPr>
        <p:spPr>
          <a:xfrm>
            <a:off x="227355"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7"/>
          <p:cNvSpPr>
            <a:spLocks noGrp="1"/>
          </p:cNvSpPr>
          <p:nvPr>
            <p:ph type="body" sz="quarter" idx="12" hasCustomPrompt="1"/>
          </p:nvPr>
        </p:nvSpPr>
        <p:spPr>
          <a:xfrm>
            <a:off x="227355" y="1420992"/>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14" name="Text Placeholder 7"/>
          <p:cNvSpPr>
            <a:spLocks noGrp="1"/>
          </p:cNvSpPr>
          <p:nvPr>
            <p:ph type="body" sz="quarter" idx="13" hasCustomPrompt="1"/>
          </p:nvPr>
        </p:nvSpPr>
        <p:spPr>
          <a:xfrm>
            <a:off x="6474020" y="1420992"/>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pic>
        <p:nvPicPr>
          <p:cNvPr id="10" name="Graphic 9"/>
          <p:cNvPicPr>
            <a:picLocks noChangeAspect="1"/>
          </p:cNvPicPr>
          <p:nvPr userDrawn="1"/>
        </p:nvPicPr>
        <p:blipFill rotWithShape="1">
          <a:blip r:embed="rId2" cstate="print">
            <a:extLst>
              <a:ext uri="{96DAC541-7B7A-43D3-8B79-37D633B846F1}">
                <asvg:svgBlip xmlns:asvg="http://schemas.microsoft.com/office/drawing/2016/SVG/main" r:embed="rId3"/>
              </a:ext>
            </a:extLst>
          </a:blip>
          <a:srcRect l="81836" t="-4713" b="16530"/>
          <a:stretch>
            <a:fillRect/>
          </a:stretch>
        </p:blipFill>
        <p:spPr>
          <a:xfrm>
            <a:off x="11491422" y="164830"/>
            <a:ext cx="424356" cy="459624"/>
          </a:xfrm>
          <a:prstGeom prst="rect">
            <a:avLst/>
          </a:prstGeom>
        </p:spPr>
      </p:pic>
      <p:sp>
        <p:nvSpPr>
          <p:cNvPr id="2" name="Titre 1"/>
          <p:cNvSpPr>
            <a:spLocks noGrp="1"/>
          </p:cNvSpPr>
          <p:nvPr>
            <p:ph type="title"/>
          </p:nvPr>
        </p:nvSpPr>
        <p:spPr>
          <a:xfrm>
            <a:off x="227358" y="0"/>
            <a:ext cx="11125236" cy="1104900"/>
          </a:xfrm>
        </p:spPr>
        <p:txBody>
          <a:bodyPr/>
          <a:lstStyle/>
          <a:p>
            <a:r>
              <a:rPr lang="en-US"/>
              <a:t>Click to edit Master title style</a:t>
            </a:r>
            <a:endParaRPr lang="en-US" dirty="0"/>
          </a:p>
        </p:txBody>
      </p:sp>
      <p:sp>
        <p:nvSpPr>
          <p:cNvPr id="16" name="Text Placeholder 7"/>
          <p:cNvSpPr>
            <a:spLocks noGrp="1"/>
          </p:cNvSpPr>
          <p:nvPr>
            <p:ph type="body" sz="quarter" idx="14"/>
          </p:nvPr>
        </p:nvSpPr>
        <p:spPr>
          <a:xfrm>
            <a:off x="6474020"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Text Placeholder 7"/>
          <p:cNvSpPr>
            <a:spLocks noGrp="1"/>
          </p:cNvSpPr>
          <p:nvPr>
            <p:ph type="body" sz="quarter" idx="10"/>
          </p:nvPr>
        </p:nvSpPr>
        <p:spPr>
          <a:xfrm>
            <a:off x="227353" y="2205319"/>
            <a:ext cx="3537828"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7"/>
          <p:cNvSpPr>
            <a:spLocks noGrp="1"/>
          </p:cNvSpPr>
          <p:nvPr>
            <p:ph type="body" sz="quarter" idx="12" hasCustomPrompt="1"/>
          </p:nvPr>
        </p:nvSpPr>
        <p:spPr>
          <a:xfrm>
            <a:off x="227353" y="1420992"/>
            <a:ext cx="3537828"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368" rtl="0" eaLnBrk="1" latinLnBrk="0" hangingPunct="1">
              <a:lnSpc>
                <a:spcPct val="100000"/>
              </a:lnSpc>
              <a:spcBef>
                <a:spcPts val="1000"/>
              </a:spcBef>
              <a:buFont typeface="Arial" panose="020B0604020202020204" pitchFamily="34" charset="0"/>
              <a:buNone/>
            </a:pPr>
            <a:r>
              <a:rPr lang="en-US" dirty="0"/>
              <a:t>Click to insert title</a:t>
            </a:r>
          </a:p>
        </p:txBody>
      </p:sp>
      <p:sp>
        <p:nvSpPr>
          <p:cNvPr id="9" name="Text Placeholder 7"/>
          <p:cNvSpPr>
            <a:spLocks noGrp="1"/>
          </p:cNvSpPr>
          <p:nvPr>
            <p:ph type="body" sz="quarter" idx="14"/>
          </p:nvPr>
        </p:nvSpPr>
        <p:spPr>
          <a:xfrm>
            <a:off x="4313361" y="2205319"/>
            <a:ext cx="3537828"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7"/>
          <p:cNvSpPr>
            <a:spLocks noGrp="1"/>
          </p:cNvSpPr>
          <p:nvPr>
            <p:ph type="body" sz="quarter" idx="15" hasCustomPrompt="1"/>
          </p:nvPr>
        </p:nvSpPr>
        <p:spPr>
          <a:xfrm>
            <a:off x="4313361" y="1420992"/>
            <a:ext cx="3537828"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368" rtl="0" eaLnBrk="1" latinLnBrk="0" hangingPunct="1">
              <a:lnSpc>
                <a:spcPct val="100000"/>
              </a:lnSpc>
              <a:spcBef>
                <a:spcPts val="1000"/>
              </a:spcBef>
              <a:buFont typeface="Arial" panose="020B0604020202020204" pitchFamily="34" charset="0"/>
              <a:buNone/>
            </a:pPr>
            <a:r>
              <a:rPr lang="en-US" dirty="0"/>
              <a:t>Click to insert title</a:t>
            </a:r>
          </a:p>
        </p:txBody>
      </p:sp>
      <p:sp>
        <p:nvSpPr>
          <p:cNvPr id="11" name="Text Placeholder 7"/>
          <p:cNvSpPr>
            <a:spLocks noGrp="1"/>
          </p:cNvSpPr>
          <p:nvPr>
            <p:ph type="body" sz="quarter" idx="16"/>
          </p:nvPr>
        </p:nvSpPr>
        <p:spPr>
          <a:xfrm>
            <a:off x="8384126" y="2205319"/>
            <a:ext cx="3537828"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7"/>
          <p:cNvSpPr>
            <a:spLocks noGrp="1"/>
          </p:cNvSpPr>
          <p:nvPr>
            <p:ph type="body" sz="quarter" idx="17" hasCustomPrompt="1"/>
          </p:nvPr>
        </p:nvSpPr>
        <p:spPr>
          <a:xfrm>
            <a:off x="8384126" y="1420992"/>
            <a:ext cx="3537828"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368" rtl="0" eaLnBrk="1" latinLnBrk="0" hangingPunct="1">
              <a:lnSpc>
                <a:spcPct val="100000"/>
              </a:lnSpc>
              <a:spcBef>
                <a:spcPts val="1000"/>
              </a:spcBef>
              <a:buFont typeface="Arial" panose="020B0604020202020204" pitchFamily="34" charset="0"/>
              <a:buNone/>
            </a:pPr>
            <a:r>
              <a:rPr lang="en-US" dirty="0"/>
              <a:t>Click to insert title</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with numbering,  subtitle and content">
    <p:spTree>
      <p:nvGrpSpPr>
        <p:cNvPr id="1" name=""/>
        <p:cNvGrpSpPr/>
        <p:nvPr/>
      </p:nvGrpSpPr>
      <p:grpSpPr>
        <a:xfrm>
          <a:off x="0" y="0"/>
          <a:ext cx="0" cy="0"/>
          <a:chOff x="0" y="0"/>
          <a:chExt cx="0" cy="0"/>
        </a:xfrm>
      </p:grpSpPr>
      <p:graphicFrame>
        <p:nvGraphicFramePr>
          <p:cNvPr id="15" name="Object 14" hidden="1"/>
          <p:cNvGraphicFramePr>
            <a:graphicFrameLocks noChangeAspect="1"/>
          </p:cNvGraphicFramePr>
          <p:nvPr>
            <p:custDataLst>
              <p:tags r:id="rId2"/>
            </p:custDataLst>
          </p:nvPr>
        </p:nvGraphicFramePr>
        <p:xfrm>
          <a:off x="1593" y="1600"/>
          <a:ext cx="1588" cy="1587"/>
        </p:xfrm>
        <a:graphic>
          <a:graphicData uri="http://schemas.openxmlformats.org/presentationml/2006/ole">
            <mc:AlternateContent xmlns:mc="http://schemas.openxmlformats.org/markup-compatibility/2006">
              <mc:Choice xmlns:v="urn:schemas-microsoft-com:vml" Requires="v">
                <p:oleObj spid="_x0000_s12304" name="think-cell Slide" r:id="rId4" imgW="12700" imgH="12700" progId="TCLayout.ActiveDocument.1">
                  <p:embed/>
                </p:oleObj>
              </mc:Choice>
              <mc:Fallback>
                <p:oleObj name="think-cell Slide" r:id="rId4" imgW="12700" imgH="12700" progId="TCLayout.ActiveDocument.1">
                  <p:embed/>
                  <p:pic>
                    <p:nvPicPr>
                      <p:cNvPr id="15" name="Object 1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3" y="1600"/>
                        <a:ext cx="1588"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 name="Rectangle 17"/>
          <p:cNvSpPr/>
          <p:nvPr userDrawn="1"/>
        </p:nvSpPr>
        <p:spPr>
          <a:xfrm>
            <a:off x="7" y="4"/>
            <a:ext cx="919999" cy="4286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1510" name="Freeform 6"/>
          <p:cNvSpPr/>
          <p:nvPr userDrawn="1"/>
        </p:nvSpPr>
        <p:spPr bwMode="auto">
          <a:xfrm>
            <a:off x="7" y="0"/>
            <a:ext cx="919999" cy="1146174"/>
          </a:xfrm>
          <a:custGeom>
            <a:avLst/>
            <a:gdLst/>
            <a:ahLst/>
            <a:cxnLst>
              <a:cxn ang="0">
                <a:pos x="1681" y="25"/>
              </a:cxn>
              <a:cxn ang="0">
                <a:pos x="1655" y="0"/>
              </a:cxn>
              <a:cxn ang="0">
                <a:pos x="22" y="0"/>
              </a:cxn>
              <a:cxn ang="0">
                <a:pos x="0" y="23"/>
              </a:cxn>
              <a:cxn ang="0">
                <a:pos x="0" y="2095"/>
              </a:cxn>
              <a:cxn ang="0">
                <a:pos x="336" y="2085"/>
              </a:cxn>
              <a:cxn ang="0">
                <a:pos x="682" y="2056"/>
              </a:cxn>
              <a:cxn ang="0">
                <a:pos x="897" y="2032"/>
              </a:cxn>
              <a:cxn ang="0">
                <a:pos x="1082" y="2005"/>
              </a:cxn>
              <a:cxn ang="0">
                <a:pos x="1332" y="1960"/>
              </a:cxn>
              <a:cxn ang="0">
                <a:pos x="1567" y="1911"/>
              </a:cxn>
              <a:cxn ang="0">
                <a:pos x="1680" y="1883"/>
              </a:cxn>
              <a:cxn ang="0">
                <a:pos x="1681" y="25"/>
              </a:cxn>
            </a:cxnLst>
            <a:rect l="0" t="0" r="r" b="b"/>
            <a:pathLst>
              <a:path w="1681" h="2095">
                <a:moveTo>
                  <a:pt x="1681" y="25"/>
                </a:moveTo>
                <a:cubicBezTo>
                  <a:pt x="1681" y="3"/>
                  <a:pt x="1675" y="0"/>
                  <a:pt x="1655" y="0"/>
                </a:cubicBezTo>
                <a:cubicBezTo>
                  <a:pt x="1111" y="1"/>
                  <a:pt x="567" y="1"/>
                  <a:pt x="22" y="0"/>
                </a:cubicBezTo>
                <a:cubicBezTo>
                  <a:pt x="5" y="0"/>
                  <a:pt x="0" y="3"/>
                  <a:pt x="0" y="23"/>
                </a:cubicBezTo>
                <a:cubicBezTo>
                  <a:pt x="0" y="713"/>
                  <a:pt x="0" y="1404"/>
                  <a:pt x="0" y="2095"/>
                </a:cubicBezTo>
                <a:cubicBezTo>
                  <a:pt x="112" y="2091"/>
                  <a:pt x="224" y="2088"/>
                  <a:pt x="336" y="2085"/>
                </a:cubicBezTo>
                <a:cubicBezTo>
                  <a:pt x="452" y="2081"/>
                  <a:pt x="567" y="2068"/>
                  <a:pt x="682" y="2056"/>
                </a:cubicBezTo>
                <a:cubicBezTo>
                  <a:pt x="754" y="2049"/>
                  <a:pt x="826" y="2045"/>
                  <a:pt x="897" y="2032"/>
                </a:cubicBezTo>
                <a:cubicBezTo>
                  <a:pt x="958" y="2020"/>
                  <a:pt x="1021" y="2018"/>
                  <a:pt x="1082" y="2005"/>
                </a:cubicBezTo>
                <a:cubicBezTo>
                  <a:pt x="1165" y="1989"/>
                  <a:pt x="1249" y="1977"/>
                  <a:pt x="1332" y="1960"/>
                </a:cubicBezTo>
                <a:cubicBezTo>
                  <a:pt x="1410" y="1945"/>
                  <a:pt x="1489" y="1928"/>
                  <a:pt x="1567" y="1911"/>
                </a:cubicBezTo>
                <a:cubicBezTo>
                  <a:pt x="1605" y="1904"/>
                  <a:pt x="1643" y="1895"/>
                  <a:pt x="1680" y="1883"/>
                </a:cubicBezTo>
                <a:cubicBezTo>
                  <a:pt x="1680" y="1263"/>
                  <a:pt x="1680" y="644"/>
                  <a:pt x="1681" y="25"/>
                </a:cubicBezTo>
                <a:close/>
              </a:path>
            </a:pathLst>
          </a:custGeom>
          <a:solidFill>
            <a:schemeClr val="accent2"/>
          </a:solidFill>
          <a:ln w="9525">
            <a:noFill/>
            <a:round/>
          </a:ln>
        </p:spPr>
        <p:txBody>
          <a:bodyPr vert="horz" wrap="square" lIns="91440" tIns="45720" rIns="91440" bIns="45720" numCol="1" anchor="t" anchorCtr="0" compatLnSpc="1"/>
          <a:lstStyle/>
          <a:p>
            <a:endParaRPr lang="en-GB" sz="1800"/>
          </a:p>
        </p:txBody>
      </p:sp>
      <p:sp>
        <p:nvSpPr>
          <p:cNvPr id="2" name="Title 1"/>
          <p:cNvSpPr>
            <a:spLocks noGrp="1"/>
          </p:cNvSpPr>
          <p:nvPr>
            <p:ph type="title"/>
          </p:nvPr>
        </p:nvSpPr>
        <p:spPr>
          <a:xfrm>
            <a:off x="974874" y="0"/>
            <a:ext cx="10377711"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8" y="1815351"/>
            <a:ext cx="11700000" cy="4467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974878" y="1148607"/>
            <a:ext cx="10940903" cy="504056"/>
          </a:xfrm>
          <a:prstGeom prst="rect">
            <a:avLst/>
          </a:prstGeom>
        </p:spPr>
        <p:txBody>
          <a:bodyPr/>
          <a:lstStyle>
            <a:lvl1pPr>
              <a:defRPr>
                <a:solidFill>
                  <a:schemeClr val="accent2"/>
                </a:solidFill>
              </a:defRPr>
            </a:lvl1pPr>
          </a:lstStyle>
          <a:p>
            <a:pPr lvl="0"/>
            <a:r>
              <a:rPr lang="en-US" dirty="0"/>
              <a:t>Click to edit Master subtitle styles</a:t>
            </a:r>
          </a:p>
        </p:txBody>
      </p:sp>
      <p:sp>
        <p:nvSpPr>
          <p:cNvPr id="17" name="Text Placeholder 16"/>
          <p:cNvSpPr>
            <a:spLocks noGrp="1"/>
          </p:cNvSpPr>
          <p:nvPr>
            <p:ph type="body" sz="quarter" idx="12" hasCustomPrompt="1"/>
          </p:nvPr>
        </p:nvSpPr>
        <p:spPr>
          <a:xfrm>
            <a:off x="0" y="48742"/>
            <a:ext cx="914400" cy="914400"/>
          </a:xfrm>
        </p:spPr>
        <p:txBody>
          <a:bodyPr anchor="ctr">
            <a:normAutofit/>
          </a:bodyPr>
          <a:lstStyle>
            <a:lvl1pPr marL="0" indent="0" algn="ctr" defTabSz="914368" rtl="0" eaLnBrk="1" latinLnBrk="0" hangingPunct="1">
              <a:lnSpc>
                <a:spcPct val="90000"/>
              </a:lnSpc>
              <a:spcBef>
                <a:spcPts val="1000"/>
              </a:spcBef>
              <a:buFont typeface="Arial" panose="020B0604020202020204" pitchFamily="34" charset="0"/>
              <a:buNone/>
              <a:defRPr lang="en-GB" sz="4000" kern="1200" dirty="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n-US" dirty="0"/>
              <a:t>#</a:t>
            </a:r>
            <a:endParaRPr lang="en-GB"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93" y="1600"/>
          <a:ext cx="1588" cy="1587"/>
        </p:xfrm>
        <a:graphic>
          <a:graphicData uri="http://schemas.openxmlformats.org/presentationml/2006/ole">
            <mc:AlternateContent xmlns:mc="http://schemas.openxmlformats.org/markup-compatibility/2006">
              <mc:Choice xmlns:v="urn:schemas-microsoft-com:vml" Requires="v">
                <p:oleObj spid="_x0000_s13328" name="think-cell Slide" r:id="rId4" imgW="12700" imgH="12700" progId="TCLayout.ActiveDocument.1">
                  <p:embed/>
                </p:oleObj>
              </mc:Choice>
              <mc:Fallback>
                <p:oleObj name="think-cell Slide" r:id="rId4" imgW="12700" imgH="1270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3" y="1600"/>
                        <a:ext cx="1588"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a:t>Click to edit Master title style</a:t>
            </a:r>
            <a:endParaRPr lang="en-GB"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Single Profile">
    <p:spTree>
      <p:nvGrpSpPr>
        <p:cNvPr id="1" name=""/>
        <p:cNvGrpSpPr/>
        <p:nvPr/>
      </p:nvGrpSpPr>
      <p:grpSpPr>
        <a:xfrm>
          <a:off x="0" y="0"/>
          <a:ext cx="0" cy="0"/>
          <a:chOff x="0" y="0"/>
          <a:chExt cx="0" cy="0"/>
        </a:xfrm>
      </p:grpSpPr>
      <p:sp>
        <p:nvSpPr>
          <p:cNvPr id="12" name="Freeform: Shape 11"/>
          <p:cNvSpPr/>
          <p:nvPr userDrawn="1"/>
        </p:nvSpPr>
        <p:spPr>
          <a:xfrm flipV="1">
            <a:off x="5" y="0"/>
            <a:ext cx="5204012" cy="3119718"/>
          </a:xfrm>
          <a:custGeom>
            <a:avLst/>
            <a:gdLst>
              <a:gd name="connsiteX0" fmla="*/ 2836724 w 6262141"/>
              <a:gd name="connsiteY0" fmla="*/ 775 h 4159686"/>
              <a:gd name="connsiteX1" fmla="*/ 3822188 w 6262141"/>
              <a:gd name="connsiteY1" fmla="*/ 22965 h 4159686"/>
              <a:gd name="connsiteX2" fmla="*/ 5982756 w 6262141"/>
              <a:gd name="connsiteY2" fmla="*/ 3706589 h 4159686"/>
              <a:gd name="connsiteX3" fmla="*/ 6262141 w 6262141"/>
              <a:gd name="connsiteY3" fmla="*/ 4159686 h 4159686"/>
              <a:gd name="connsiteX4" fmla="*/ 0 w 6262141"/>
              <a:gd name="connsiteY4" fmla="*/ 4159686 h 4159686"/>
              <a:gd name="connsiteX5" fmla="*/ 0 w 6262141"/>
              <a:gd name="connsiteY5" fmla="*/ 3700458 h 4159686"/>
              <a:gd name="connsiteX6" fmla="*/ 0 w 6262141"/>
              <a:gd name="connsiteY6" fmla="*/ 3329154 h 4159686"/>
              <a:gd name="connsiteX7" fmla="*/ 0 w 6262141"/>
              <a:gd name="connsiteY7" fmla="*/ 2944589 h 4159686"/>
              <a:gd name="connsiteX8" fmla="*/ 0 w 6262141"/>
              <a:gd name="connsiteY8" fmla="*/ 2546533 h 4159686"/>
              <a:gd name="connsiteX9" fmla="*/ 0 w 6262141"/>
              <a:gd name="connsiteY9" fmla="*/ 2134752 h 4159686"/>
              <a:gd name="connsiteX10" fmla="*/ 0 w 6262141"/>
              <a:gd name="connsiteY10" fmla="*/ 1709014 h 4159686"/>
              <a:gd name="connsiteX11" fmla="*/ 0 w 6262141"/>
              <a:gd name="connsiteY11" fmla="*/ 1269085 h 4159686"/>
              <a:gd name="connsiteX12" fmla="*/ 0 w 6262141"/>
              <a:gd name="connsiteY12" fmla="*/ 814735 h 4159686"/>
              <a:gd name="connsiteX13" fmla="*/ 0 w 6262141"/>
              <a:gd name="connsiteY13" fmla="*/ 345728 h 4159686"/>
              <a:gd name="connsiteX14" fmla="*/ 2836724 w 6262141"/>
              <a:gd name="connsiteY14" fmla="*/ 775 h 4159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262141" h="4159686">
                <a:moveTo>
                  <a:pt x="2836724" y="775"/>
                </a:moveTo>
                <a:cubicBezTo>
                  <a:pt x="3163345" y="-2587"/>
                  <a:pt x="3492318" y="5034"/>
                  <a:pt x="3822188" y="22965"/>
                </a:cubicBezTo>
                <a:cubicBezTo>
                  <a:pt x="4104550" y="1058496"/>
                  <a:pt x="5095168" y="2317803"/>
                  <a:pt x="5982756" y="3706589"/>
                </a:cubicBezTo>
                <a:lnTo>
                  <a:pt x="6262141" y="4159686"/>
                </a:lnTo>
                <a:lnTo>
                  <a:pt x="0" y="4159686"/>
                </a:lnTo>
                <a:lnTo>
                  <a:pt x="0" y="3700458"/>
                </a:lnTo>
                <a:lnTo>
                  <a:pt x="0" y="3329154"/>
                </a:lnTo>
                <a:lnTo>
                  <a:pt x="0" y="2944589"/>
                </a:lnTo>
                <a:lnTo>
                  <a:pt x="0" y="2546533"/>
                </a:lnTo>
                <a:lnTo>
                  <a:pt x="0" y="2134752"/>
                </a:lnTo>
                <a:lnTo>
                  <a:pt x="0" y="1709014"/>
                </a:lnTo>
                <a:lnTo>
                  <a:pt x="0" y="1269085"/>
                </a:lnTo>
                <a:lnTo>
                  <a:pt x="0" y="814735"/>
                </a:lnTo>
                <a:lnTo>
                  <a:pt x="0" y="345728"/>
                </a:lnTo>
                <a:cubicBezTo>
                  <a:pt x="898178" y="119794"/>
                  <a:pt x="1856863" y="10862"/>
                  <a:pt x="2836724" y="775"/>
                </a:cubicBezTo>
                <a:close/>
              </a:path>
            </a:pathLst>
          </a:custGeom>
          <a:solidFill>
            <a:srgbClr val="12AB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sz="1800" dirty="0"/>
          </a:p>
        </p:txBody>
      </p:sp>
      <p:sp>
        <p:nvSpPr>
          <p:cNvPr id="26" name="Text Placeholder 4"/>
          <p:cNvSpPr>
            <a:spLocks noGrp="1"/>
          </p:cNvSpPr>
          <p:nvPr>
            <p:ph type="body" sz="quarter" idx="14" hasCustomPrompt="1"/>
          </p:nvPr>
        </p:nvSpPr>
        <p:spPr>
          <a:xfrm>
            <a:off x="783131" y="5278427"/>
            <a:ext cx="3296647" cy="331986"/>
          </a:xfrm>
          <a:prstGeom prst="rect">
            <a:avLst/>
          </a:prstGeom>
          <a:noFill/>
        </p:spPr>
        <p:txBody>
          <a:bodyPr anchor="ctr">
            <a:noAutofit/>
          </a:bodyPr>
          <a:lstStyle>
            <a:lvl1pPr algn="l">
              <a:defRPr sz="1600" b="1">
                <a:solidFill>
                  <a:schemeClr val="accent2"/>
                </a:solidFill>
              </a:defRPr>
            </a:lvl1pPr>
            <a:lvl2pPr>
              <a:defRPr sz="1400"/>
            </a:lvl2pPr>
            <a:lvl3pPr>
              <a:defRPr sz="1200"/>
            </a:lvl3pPr>
            <a:lvl4pPr>
              <a:defRPr sz="1100"/>
            </a:lvl4pPr>
            <a:lvl5pPr>
              <a:defRPr sz="1100"/>
            </a:lvl5pPr>
          </a:lstStyle>
          <a:p>
            <a:pPr lvl="0"/>
            <a:r>
              <a:rPr lang="en-US" dirty="0"/>
              <a:t>Insert education </a:t>
            </a:r>
          </a:p>
        </p:txBody>
      </p:sp>
      <p:sp>
        <p:nvSpPr>
          <p:cNvPr id="23" name="Text Placeholder 4"/>
          <p:cNvSpPr>
            <a:spLocks noGrp="1"/>
          </p:cNvSpPr>
          <p:nvPr>
            <p:ph type="body" sz="quarter" idx="13" hasCustomPrompt="1"/>
          </p:nvPr>
        </p:nvSpPr>
        <p:spPr>
          <a:xfrm>
            <a:off x="783131" y="3916354"/>
            <a:ext cx="3296647" cy="412363"/>
          </a:xfrm>
          <a:prstGeom prst="rect">
            <a:avLst/>
          </a:prstGeom>
          <a:noFill/>
        </p:spPr>
        <p:txBody>
          <a:bodyPr anchor="ctr">
            <a:noAutofit/>
          </a:bodyPr>
          <a:lstStyle>
            <a:lvl1pPr algn="l">
              <a:defRPr sz="2000" b="1">
                <a:solidFill>
                  <a:schemeClr val="accent2"/>
                </a:solidFill>
              </a:defRPr>
            </a:lvl1pPr>
            <a:lvl2pPr>
              <a:defRPr sz="1400"/>
            </a:lvl2pPr>
            <a:lvl3pPr>
              <a:defRPr sz="1200"/>
            </a:lvl3pPr>
            <a:lvl4pPr>
              <a:defRPr sz="1100"/>
            </a:lvl4pPr>
            <a:lvl5pPr>
              <a:defRPr sz="1100"/>
            </a:lvl5pPr>
          </a:lstStyle>
          <a:p>
            <a:pPr lvl="0"/>
            <a:r>
              <a:rPr lang="en-US" dirty="0"/>
              <a:t>Insert Name</a:t>
            </a:r>
          </a:p>
        </p:txBody>
      </p:sp>
      <p:sp>
        <p:nvSpPr>
          <p:cNvPr id="24" name="Text Placeholder 7"/>
          <p:cNvSpPr>
            <a:spLocks noGrp="1"/>
          </p:cNvSpPr>
          <p:nvPr>
            <p:ph type="body" sz="quarter" idx="10" hasCustomPrompt="1"/>
          </p:nvPr>
        </p:nvSpPr>
        <p:spPr>
          <a:xfrm>
            <a:off x="782085" y="4344098"/>
            <a:ext cx="3304144" cy="894840"/>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27" name="Text Placeholder 7"/>
          <p:cNvSpPr>
            <a:spLocks noGrp="1"/>
          </p:cNvSpPr>
          <p:nvPr>
            <p:ph type="body" sz="quarter" idx="15" hasCustomPrompt="1"/>
          </p:nvPr>
        </p:nvSpPr>
        <p:spPr>
          <a:xfrm>
            <a:off x="782087" y="5601397"/>
            <a:ext cx="3297695" cy="713864"/>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13" name="Oval 20"/>
          <p:cNvSpPr/>
          <p:nvPr userDrawn="1"/>
        </p:nvSpPr>
        <p:spPr>
          <a:xfrm>
            <a:off x="1381198" y="1147034"/>
            <a:ext cx="2609221" cy="2465696"/>
          </a:xfrm>
          <a:custGeom>
            <a:avLst/>
            <a:gdLst>
              <a:gd name="connsiteX0" fmla="*/ 0 w 3314251"/>
              <a:gd name="connsiteY0" fmla="*/ 1564410 h 3128820"/>
              <a:gd name="connsiteX1" fmla="*/ 1657126 w 3314251"/>
              <a:gd name="connsiteY1" fmla="*/ 0 h 3128820"/>
              <a:gd name="connsiteX2" fmla="*/ 3314252 w 3314251"/>
              <a:gd name="connsiteY2" fmla="*/ 1564410 h 3128820"/>
              <a:gd name="connsiteX3" fmla="*/ 1657126 w 3314251"/>
              <a:gd name="connsiteY3" fmla="*/ 3128820 h 3128820"/>
              <a:gd name="connsiteX4" fmla="*/ 0 w 3314251"/>
              <a:gd name="connsiteY4" fmla="*/ 1564410 h 3128820"/>
              <a:gd name="connsiteX0-1" fmla="*/ 0 w 3314252"/>
              <a:gd name="connsiteY0-2" fmla="*/ 1564410 h 3128820"/>
              <a:gd name="connsiteX1-3" fmla="*/ 1657126 w 3314252"/>
              <a:gd name="connsiteY1-4" fmla="*/ 0 h 3128820"/>
              <a:gd name="connsiteX2-5" fmla="*/ 3314252 w 3314252"/>
              <a:gd name="connsiteY2-6" fmla="*/ 1564410 h 3128820"/>
              <a:gd name="connsiteX3-7" fmla="*/ 1657126 w 3314252"/>
              <a:gd name="connsiteY3-8" fmla="*/ 3128820 h 3128820"/>
              <a:gd name="connsiteX4-9" fmla="*/ 0 w 3314252"/>
              <a:gd name="connsiteY4-10" fmla="*/ 1564410 h 3128820"/>
              <a:gd name="connsiteX0-11" fmla="*/ 0 w 3314252"/>
              <a:gd name="connsiteY0-12" fmla="*/ 1565821 h 3130231"/>
              <a:gd name="connsiteX1-13" fmla="*/ 1657126 w 3314252"/>
              <a:gd name="connsiteY1-14" fmla="*/ 1411 h 3130231"/>
              <a:gd name="connsiteX2-15" fmla="*/ 3314252 w 3314252"/>
              <a:gd name="connsiteY2-16" fmla="*/ 1565821 h 3130231"/>
              <a:gd name="connsiteX3-17" fmla="*/ 1657126 w 3314252"/>
              <a:gd name="connsiteY3-18" fmla="*/ 3130231 h 3130231"/>
              <a:gd name="connsiteX4-19" fmla="*/ 0 w 3314252"/>
              <a:gd name="connsiteY4-20" fmla="*/ 1565821 h 3130231"/>
              <a:gd name="connsiteX0-21" fmla="*/ 0 w 3314252"/>
              <a:gd name="connsiteY0-22" fmla="*/ 1567937 h 3132347"/>
              <a:gd name="connsiteX1-23" fmla="*/ 1657126 w 3314252"/>
              <a:gd name="connsiteY1-24" fmla="*/ 3527 h 3132347"/>
              <a:gd name="connsiteX2-25" fmla="*/ 3314252 w 3314252"/>
              <a:gd name="connsiteY2-26" fmla="*/ 1567937 h 3132347"/>
              <a:gd name="connsiteX3-27" fmla="*/ 1657126 w 3314252"/>
              <a:gd name="connsiteY3-28" fmla="*/ 3132347 h 3132347"/>
              <a:gd name="connsiteX4-29" fmla="*/ 0 w 3314252"/>
              <a:gd name="connsiteY4-30" fmla="*/ 1567937 h 3132347"/>
              <a:gd name="connsiteX0-31" fmla="*/ 0 w 3314252"/>
              <a:gd name="connsiteY0-32" fmla="*/ 1564505 h 3128915"/>
              <a:gd name="connsiteX1-33" fmla="*/ 1657126 w 3314252"/>
              <a:gd name="connsiteY1-34" fmla="*/ 95 h 3128915"/>
              <a:gd name="connsiteX2-35" fmla="*/ 3314252 w 3314252"/>
              <a:gd name="connsiteY2-36" fmla="*/ 1564505 h 3128915"/>
              <a:gd name="connsiteX3-37" fmla="*/ 1657126 w 3314252"/>
              <a:gd name="connsiteY3-38" fmla="*/ 3128915 h 3128915"/>
              <a:gd name="connsiteX4-39" fmla="*/ 0 w 3314252"/>
              <a:gd name="connsiteY4-40" fmla="*/ 1564505 h 3128915"/>
              <a:gd name="connsiteX0-41" fmla="*/ 0 w 3314252"/>
              <a:gd name="connsiteY0-42" fmla="*/ 1565503 h 3129913"/>
              <a:gd name="connsiteX1-43" fmla="*/ 1657126 w 3314252"/>
              <a:gd name="connsiteY1-44" fmla="*/ 1093 h 3129913"/>
              <a:gd name="connsiteX2-45" fmla="*/ 3314252 w 3314252"/>
              <a:gd name="connsiteY2-46" fmla="*/ 1565503 h 3129913"/>
              <a:gd name="connsiteX3-47" fmla="*/ 1657126 w 3314252"/>
              <a:gd name="connsiteY3-48" fmla="*/ 3129913 h 3129913"/>
              <a:gd name="connsiteX4-49" fmla="*/ 0 w 3314252"/>
              <a:gd name="connsiteY4-50" fmla="*/ 1565503 h 3129913"/>
              <a:gd name="connsiteX0-51" fmla="*/ 0 w 3314252"/>
              <a:gd name="connsiteY0-52" fmla="*/ 1564410 h 3128820"/>
              <a:gd name="connsiteX1-53" fmla="*/ 1657126 w 3314252"/>
              <a:gd name="connsiteY1-54" fmla="*/ 0 h 3128820"/>
              <a:gd name="connsiteX2-55" fmla="*/ 3314252 w 3314252"/>
              <a:gd name="connsiteY2-56" fmla="*/ 1564410 h 3128820"/>
              <a:gd name="connsiteX3-57" fmla="*/ 1657126 w 3314252"/>
              <a:gd name="connsiteY3-58" fmla="*/ 3128820 h 3128820"/>
              <a:gd name="connsiteX4-59" fmla="*/ 0 w 3314252"/>
              <a:gd name="connsiteY4-60" fmla="*/ 1564410 h 3128820"/>
              <a:gd name="connsiteX0-61" fmla="*/ 0 w 3314252"/>
              <a:gd name="connsiteY0-62" fmla="*/ 1564433 h 3128843"/>
              <a:gd name="connsiteX1-63" fmla="*/ 1657126 w 3314252"/>
              <a:gd name="connsiteY1-64" fmla="*/ 23 h 3128843"/>
              <a:gd name="connsiteX2-65" fmla="*/ 3314252 w 3314252"/>
              <a:gd name="connsiteY2-66" fmla="*/ 1564433 h 3128843"/>
              <a:gd name="connsiteX3-67" fmla="*/ 1657126 w 3314252"/>
              <a:gd name="connsiteY3-68" fmla="*/ 3128843 h 3128843"/>
              <a:gd name="connsiteX4-69" fmla="*/ 0 w 3314252"/>
              <a:gd name="connsiteY4-70" fmla="*/ 1564433 h 3128843"/>
              <a:gd name="connsiteX0-71" fmla="*/ 0 w 3314252"/>
              <a:gd name="connsiteY0-72" fmla="*/ 1564433 h 3129053"/>
              <a:gd name="connsiteX1-73" fmla="*/ 1657126 w 3314252"/>
              <a:gd name="connsiteY1-74" fmla="*/ 23 h 3129053"/>
              <a:gd name="connsiteX2-75" fmla="*/ 3314252 w 3314252"/>
              <a:gd name="connsiteY2-76" fmla="*/ 1564433 h 3129053"/>
              <a:gd name="connsiteX3-77" fmla="*/ 1657126 w 3314252"/>
              <a:gd name="connsiteY3-78" fmla="*/ 3128843 h 3129053"/>
              <a:gd name="connsiteX4-79" fmla="*/ 0 w 3314252"/>
              <a:gd name="connsiteY4-80" fmla="*/ 1564433 h 3129053"/>
              <a:gd name="connsiteX0-81" fmla="*/ 0 w 3314252"/>
              <a:gd name="connsiteY0-82" fmla="*/ 1564433 h 3131880"/>
              <a:gd name="connsiteX1-83" fmla="*/ 1657126 w 3314252"/>
              <a:gd name="connsiteY1-84" fmla="*/ 23 h 3131880"/>
              <a:gd name="connsiteX2-85" fmla="*/ 3314252 w 3314252"/>
              <a:gd name="connsiteY2-86" fmla="*/ 1564433 h 3131880"/>
              <a:gd name="connsiteX3-87" fmla="*/ 1657126 w 3314252"/>
              <a:gd name="connsiteY3-88" fmla="*/ 3128843 h 3131880"/>
              <a:gd name="connsiteX4-89" fmla="*/ 0 w 3314252"/>
              <a:gd name="connsiteY4-90" fmla="*/ 1564433 h 3131880"/>
              <a:gd name="connsiteX0-91" fmla="*/ 0 w 3314252"/>
              <a:gd name="connsiteY0-92" fmla="*/ 1564433 h 3131423"/>
              <a:gd name="connsiteX1-93" fmla="*/ 1657126 w 3314252"/>
              <a:gd name="connsiteY1-94" fmla="*/ 23 h 3131423"/>
              <a:gd name="connsiteX2-95" fmla="*/ 3314252 w 3314252"/>
              <a:gd name="connsiteY2-96" fmla="*/ 1564433 h 3131423"/>
              <a:gd name="connsiteX3-97" fmla="*/ 1657126 w 3314252"/>
              <a:gd name="connsiteY3-98" fmla="*/ 3128843 h 3131423"/>
              <a:gd name="connsiteX4-99" fmla="*/ 0 w 3314252"/>
              <a:gd name="connsiteY4-100" fmla="*/ 1564433 h 313142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314252" h="3131423">
                <a:moveTo>
                  <a:pt x="0" y="1564433"/>
                </a:moveTo>
                <a:cubicBezTo>
                  <a:pt x="0" y="700433"/>
                  <a:pt x="775256" y="19074"/>
                  <a:pt x="1657126" y="23"/>
                </a:cubicBezTo>
                <a:cubicBezTo>
                  <a:pt x="2639009" y="-4740"/>
                  <a:pt x="3314252" y="700433"/>
                  <a:pt x="3314252" y="1564433"/>
                </a:cubicBezTo>
                <a:cubicBezTo>
                  <a:pt x="3314252" y="2428433"/>
                  <a:pt x="2367543" y="3071694"/>
                  <a:pt x="1657126" y="3128843"/>
                </a:cubicBezTo>
                <a:cubicBezTo>
                  <a:pt x="665721" y="3181230"/>
                  <a:pt x="0" y="2428433"/>
                  <a:pt x="0" y="1564433"/>
                </a:cubicBezTo>
                <a:close/>
              </a:path>
            </a:pathLst>
          </a:custGeom>
          <a:solidFill>
            <a:srgbClr val="95E61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sz="180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5"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8" name="Freeform 5"/>
          <p:cNvSpPr/>
          <p:nvPr userDrawn="1"/>
        </p:nvSpPr>
        <p:spPr bwMode="auto">
          <a:xfrm>
            <a:off x="-1243010" y="-2656919"/>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sz="1800" dirty="0"/>
          </a:p>
        </p:txBody>
      </p:sp>
      <p:grpSp>
        <p:nvGrpSpPr>
          <p:cNvPr id="9" name="Group 8"/>
          <p:cNvGrpSpPr/>
          <p:nvPr userDrawn="1"/>
        </p:nvGrpSpPr>
        <p:grpSpPr>
          <a:xfrm>
            <a:off x="4979042" y="2404122"/>
            <a:ext cx="735013" cy="682321"/>
            <a:chOff x="5662614" y="3032124"/>
            <a:chExt cx="863600" cy="801689"/>
          </a:xfrm>
        </p:grpSpPr>
        <p:sp>
          <p:nvSpPr>
            <p:cNvPr id="10" name="Freeform 9"/>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sz="1800" dirty="0"/>
            </a:p>
          </p:txBody>
        </p:sp>
        <p:sp>
          <p:nvSpPr>
            <p:cNvPr id="13" name="Freeform 12"/>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sz="1800" dirty="0"/>
            </a:p>
          </p:txBody>
        </p:sp>
      </p:gr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9" y="3979267"/>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5" y="3979267"/>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71" y="3979267"/>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8" y="3979267"/>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40" y="3979267"/>
            <a:ext cx="333195" cy="333195"/>
          </a:xfrm>
          <a:prstGeom prst="rect">
            <a:avLst/>
          </a:prstGeom>
          <a:noFill/>
        </p:spPr>
      </p:pic>
      <p:sp>
        <p:nvSpPr>
          <p:cNvPr id="23" name="Rectangle 22"/>
          <p:cNvSpPr/>
          <p:nvPr userDrawn="1"/>
        </p:nvSpPr>
        <p:spPr>
          <a:xfrm>
            <a:off x="415042" y="5640916"/>
            <a:ext cx="4198620" cy="569387"/>
          </a:xfrm>
          <a:prstGeom prst="rect">
            <a:avLst/>
          </a:prstGeom>
        </p:spPr>
        <p:txBody>
          <a:bodyPr wrap="square" lIns="0" tIns="0" rIns="0" bIns="0" anchor="b" anchorCtr="0">
            <a:spAutoFit/>
          </a:bodyPr>
          <a:lstStyle/>
          <a:p>
            <a:pPr>
              <a:spcAft>
                <a:spcPts val="600"/>
              </a:spcAft>
            </a:pPr>
            <a:r>
              <a:rPr lang="en-US" sz="800" noProof="0" dirty="0">
                <a:solidFill>
                  <a:schemeClr val="bg1"/>
                </a:solidFill>
                <a:latin typeface="+mn-lt"/>
                <a:cs typeface="Arial" panose="020B0604020202020204"/>
              </a:rPr>
              <a:t>This message contains information that may be privileged or confidential and is the property of the Capgemini Group.</a:t>
            </a:r>
            <a:br>
              <a:rPr lang="en-US" sz="800" noProof="0" dirty="0">
                <a:solidFill>
                  <a:schemeClr val="bg1"/>
                </a:solidFill>
                <a:latin typeface="+mn-lt"/>
                <a:cs typeface="Arial" panose="020B0604020202020204"/>
              </a:rPr>
            </a:br>
            <a:r>
              <a:rPr lang="en-US" sz="800" noProof="0" dirty="0">
                <a:solidFill>
                  <a:schemeClr val="bg1"/>
                </a:solidFill>
                <a:latin typeface="Arial" panose="020B0604020202020204"/>
                <a:cs typeface="Arial" panose="020B0604020202020204"/>
              </a:rPr>
              <a:t>Copyright © 2019 Capgemini. All rights reserved.</a:t>
            </a:r>
          </a:p>
          <a:p>
            <a:pPr marL="0" marR="0" indent="0" defTabSz="957547" rtl="0" eaLnBrk="1" fontAlgn="auto" latinLnBrk="0" hangingPunct="1">
              <a:lnSpc>
                <a:spcPct val="100000"/>
              </a:lnSpc>
              <a:spcBef>
                <a:spcPts val="0"/>
              </a:spcBef>
              <a:spcAft>
                <a:spcPts val="600"/>
              </a:spcAft>
              <a:buClrTx/>
              <a:buSzTx/>
              <a:buFontTx/>
              <a:buNone/>
              <a:defRPr/>
            </a:pPr>
            <a:r>
              <a:rPr lang="en-US" sz="800" noProof="0" dirty="0">
                <a:solidFill>
                  <a:schemeClr val="bg1"/>
                </a:solidFill>
                <a:latin typeface="Arial" panose="020B0604020202020204"/>
                <a:cs typeface="Arial" panose="020B0604020202020204"/>
              </a:rPr>
              <a:t>Rightshore</a:t>
            </a:r>
            <a:r>
              <a:rPr lang="en-US" sz="800" baseline="30000" noProof="0" dirty="0">
                <a:solidFill>
                  <a:schemeClr val="bg1"/>
                </a:solidFill>
                <a:latin typeface="Arial" panose="020B0604020202020204"/>
                <a:cs typeface="Arial" panose="020B0604020202020204"/>
              </a:rPr>
              <a:t>®</a:t>
            </a:r>
            <a:r>
              <a:rPr lang="en-US" sz="800" noProof="0" dirty="0">
                <a:solidFill>
                  <a:schemeClr val="bg1"/>
                </a:solidFill>
                <a:latin typeface="Arial" panose="020B0604020202020204"/>
                <a:cs typeface="Arial" panose="020B0604020202020204"/>
              </a:rPr>
              <a:t> is a trademark belonging to Capgemini.</a:t>
            </a:r>
          </a:p>
        </p:txBody>
      </p:sp>
      <p:sp>
        <p:nvSpPr>
          <p:cNvPr id="24" name="Rectangle 23"/>
          <p:cNvSpPr/>
          <p:nvPr userDrawn="1"/>
        </p:nvSpPr>
        <p:spPr>
          <a:xfrm>
            <a:off x="6536191" y="5933310"/>
            <a:ext cx="5219700" cy="276999"/>
          </a:xfrm>
          <a:prstGeom prst="rect">
            <a:avLst/>
          </a:prstGeom>
        </p:spPr>
        <p:txBody>
          <a:bodyPr wrap="square" lIns="0" tIns="0" rIns="0" bIns="0" anchor="b" anchorCtr="0">
            <a:spAutoFit/>
          </a:bodyPr>
          <a:lstStyle/>
          <a:p>
            <a:pPr>
              <a:spcAft>
                <a:spcPts val="600"/>
              </a:spcAft>
            </a:pPr>
            <a:r>
              <a:rPr lang="en-US" sz="600" dirty="0">
                <a:cs typeface="Arial" panose="020B0604020202020204"/>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pic>
        <p:nvPicPr>
          <p:cNvPr id="29" name="Picture 28"/>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407577" y="4434172"/>
            <a:ext cx="2560320" cy="201012"/>
          </a:xfrm>
          <a:prstGeom prst="rect">
            <a:avLst/>
          </a:prstGeom>
        </p:spPr>
      </p:pic>
      <p:sp>
        <p:nvSpPr>
          <p:cNvPr id="22" name="Rectangle 21"/>
          <p:cNvSpPr/>
          <p:nvPr userDrawn="1"/>
        </p:nvSpPr>
        <p:spPr>
          <a:xfrm>
            <a:off x="6536190" y="2886346"/>
            <a:ext cx="5247829"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kern="1200" dirty="0">
                <a:solidFill>
                  <a:schemeClr val="tx1"/>
                </a:solidFill>
                <a:effectLst/>
                <a:latin typeface="+mn-lt"/>
                <a:ea typeface="+mn-ea"/>
                <a:cs typeface="+mn-cs"/>
              </a:rPr>
              <a:t>A global leader in consulting, technology services and digital transformation, Capgemini is at the forefront of innovation to address the entire breadth of clients’ opportunities in the evolving world of cloud, digital and platforms. </a:t>
            </a:r>
            <a:r>
              <a:rPr lang="en-GB" sz="900" kern="1200" dirty="0">
                <a:solidFill>
                  <a:schemeClr val="tx1"/>
                </a:solidFill>
                <a:effectLst/>
                <a:latin typeface="+mn-lt"/>
                <a:ea typeface="+mn-ea"/>
                <a:cs typeface="+mn-cs"/>
              </a:rPr>
              <a:t>Building on its strong 50-year heritage and deep industry-specific expertise, Capgemini enables organizations to realize their business ambitions through an array of services </a:t>
            </a:r>
            <a:r>
              <a:rPr lang="en-US" sz="900" kern="1200" dirty="0">
                <a:solidFill>
                  <a:schemeClr val="tx1"/>
                </a:solidFill>
                <a:effectLst/>
                <a:latin typeface="+mn-lt"/>
                <a:ea typeface="+mn-ea"/>
                <a:cs typeface="+mn-cs"/>
              </a:rPr>
              <a:t>from strategy to operations. Capgemini is driven by the conviction that the business value of technology comes from and through people. It is a multicultural company of 200,000 team members in over 40 countries. The Group reported 2018 global revenues of EUR 13.2 billion.</a:t>
            </a:r>
          </a:p>
        </p:txBody>
      </p:sp>
      <p:sp>
        <p:nvSpPr>
          <p:cNvPr id="28" name="Rectangle 27"/>
          <p:cNvSpPr/>
          <p:nvPr userDrawn="1"/>
        </p:nvSpPr>
        <p:spPr>
          <a:xfrm>
            <a:off x="6536189" y="2507088"/>
            <a:ext cx="2219961"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dirty="0">
                <a:solidFill>
                  <a:schemeClr val="accent1"/>
                </a:solidFill>
              </a:rPr>
              <a:t>About Capgemini</a:t>
            </a:r>
          </a:p>
        </p:txBody>
      </p:sp>
      <p:sp>
        <p:nvSpPr>
          <p:cNvPr id="30" name="Rectangle 29">
            <a:hlinkClick r:id="rId13"/>
          </p:cNvPr>
          <p:cNvSpPr/>
          <p:nvPr userDrawn="1"/>
        </p:nvSpPr>
        <p:spPr>
          <a:xfrm>
            <a:off x="6536189" y="4367906"/>
            <a:ext cx="2057401"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lnSpc>
                <a:spcPts val="1400"/>
              </a:lnSpc>
              <a:spcAft>
                <a:spcPts val="600"/>
              </a:spcAft>
            </a:pPr>
            <a:r>
              <a:rPr lang="en-US" sz="900" dirty="0">
                <a:solidFill>
                  <a:schemeClr val="tx1"/>
                </a:solidFill>
              </a:rPr>
              <a:t>Learn more about us at</a:t>
            </a:r>
            <a:br>
              <a:rPr lang="en-US" sz="900" dirty="0">
                <a:solidFill>
                  <a:schemeClr val="tx1"/>
                </a:solidFill>
              </a:rPr>
            </a:br>
            <a:r>
              <a:rPr lang="en-US" sz="1400" dirty="0">
                <a:solidFill>
                  <a:schemeClr val="accent2"/>
                </a:solidFill>
              </a:rPr>
              <a:t>www.capgemini.com </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2"/>
            </p:custDataLst>
          </p:nvPr>
        </p:nvGraphicFramePr>
        <p:xfrm>
          <a:off x="1593" y="1600"/>
          <a:ext cx="1588" cy="1587"/>
        </p:xfrm>
        <a:graphic>
          <a:graphicData uri="http://schemas.openxmlformats.org/presentationml/2006/ole">
            <mc:AlternateContent xmlns:mc="http://schemas.openxmlformats.org/markup-compatibility/2006">
              <mc:Choice xmlns:v="urn:schemas-microsoft-com:vml" Requires="v">
                <p:oleObj spid="_x0000_s14352" name="think-cell Slide" r:id="rId4" imgW="12700" imgH="12700" progId="TCLayout.ActiveDocument.1">
                  <p:embed/>
                </p:oleObj>
              </mc:Choice>
              <mc:Fallback>
                <p:oleObj name="think-cell Slide" r:id="rId4" imgW="12700" imgH="12700" progId="TCLayout.ActiveDocument.1">
                  <p:embed/>
                  <p:pic>
                    <p:nvPicPr>
                      <p:cNvPr id="9" name="Object 8"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3" y="1600"/>
                        <a:ext cx="1588"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p:nvPr userDrawn="1"/>
        </p:nvSpPr>
        <p:spPr bwMode="auto">
          <a:xfrm>
            <a:off x="1009652" y="0"/>
            <a:ext cx="11182351"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ln>
        </p:spPr>
        <p:txBody>
          <a:bodyPr vert="horz" wrap="square" lIns="91440" tIns="45720" rIns="91440" bIns="45720" numCol="1" anchor="t" anchorCtr="0" compatLnSpc="1"/>
          <a:lstStyle/>
          <a:p>
            <a:endParaRPr lang="en-GB" sz="1800" dirty="0"/>
          </a:p>
        </p:txBody>
      </p:sp>
      <p:grpSp>
        <p:nvGrpSpPr>
          <p:cNvPr id="15" name="Group 14"/>
          <p:cNvGrpSpPr>
            <a:grpSpLocks noChangeAspect="1"/>
          </p:cNvGrpSpPr>
          <p:nvPr userDrawn="1"/>
        </p:nvGrpSpPr>
        <p:grpSpPr>
          <a:xfrm>
            <a:off x="416892" y="4537346"/>
            <a:ext cx="5040000" cy="1123654"/>
            <a:chOff x="728663" y="4465638"/>
            <a:chExt cx="5354637" cy="1193801"/>
          </a:xfrm>
        </p:grpSpPr>
        <p:sp>
          <p:nvSpPr>
            <p:cNvPr id="16" name="Freeform 11"/>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ln>
          </p:spPr>
          <p:txBody>
            <a:bodyPr vert="horz" wrap="square" lIns="91440" tIns="45720" rIns="91440" bIns="45720" numCol="1" anchor="t" anchorCtr="0" compatLnSpc="1"/>
            <a:lstStyle/>
            <a:p>
              <a:endParaRPr lang="en-GB" sz="1800" dirty="0"/>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ln>
          </p:spPr>
          <p:txBody>
            <a:bodyPr vert="horz" wrap="square" lIns="91440" tIns="45720" rIns="91440" bIns="45720" numCol="1" anchor="t" anchorCtr="0" compatLnSpc="1"/>
            <a:lstStyle/>
            <a:p>
              <a:endParaRPr lang="en-GB" sz="1800" dirty="0"/>
            </a:p>
          </p:txBody>
        </p:sp>
        <p:sp>
          <p:nvSpPr>
            <p:cNvPr id="18" name="Freeform 13"/>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ln>
          </p:spPr>
          <p:txBody>
            <a:bodyPr vert="horz" wrap="square" lIns="91440" tIns="45720" rIns="91440" bIns="45720" numCol="1" anchor="t" anchorCtr="0" compatLnSpc="1"/>
            <a:lstStyle/>
            <a:p>
              <a:endParaRPr lang="en-GB" sz="1800" dirty="0"/>
            </a:p>
          </p:txBody>
        </p:sp>
        <p:sp>
          <p:nvSpPr>
            <p:cNvPr id="19" name="Freeform 14"/>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ln>
          </p:spPr>
          <p:txBody>
            <a:bodyPr vert="horz" wrap="square" lIns="91440" tIns="45720" rIns="91440" bIns="45720" numCol="1" anchor="t" anchorCtr="0" compatLnSpc="1"/>
            <a:lstStyle/>
            <a:p>
              <a:endParaRPr lang="en-GB" sz="1800" dirty="0"/>
            </a:p>
          </p:txBody>
        </p:sp>
        <p:sp>
          <p:nvSpPr>
            <p:cNvPr id="20" name="Freeform 15"/>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ln>
          </p:spPr>
          <p:txBody>
            <a:bodyPr vert="horz" wrap="square" lIns="91440" tIns="45720" rIns="91440" bIns="45720" numCol="1" anchor="t" anchorCtr="0" compatLnSpc="1"/>
            <a:lstStyle/>
            <a:p>
              <a:endParaRPr lang="en-GB" sz="1800" dirty="0"/>
            </a:p>
          </p:txBody>
        </p:sp>
      </p:grpSp>
      <p:sp>
        <p:nvSpPr>
          <p:cNvPr id="22" name="Subtitle 2"/>
          <p:cNvSpPr>
            <a:spLocks noGrp="1"/>
          </p:cNvSpPr>
          <p:nvPr>
            <p:ph type="subTitle" idx="1" hasCustomPrompt="1"/>
          </p:nvPr>
        </p:nvSpPr>
        <p:spPr>
          <a:xfrm>
            <a:off x="5665981"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368" rtl="0" eaLnBrk="1" fontAlgn="auto" latinLnBrk="0" hangingPunct="1">
              <a:lnSpc>
                <a:spcPts val="1800"/>
              </a:lnSpc>
              <a:spcBef>
                <a:spcPts val="0"/>
              </a:spcBef>
              <a:spcAft>
                <a:spcPts val="0"/>
              </a:spcAft>
              <a:buClrTx/>
              <a:buSzTx/>
              <a:buFont typeface="Arial" panose="020B0604020202020204" pitchFamily="34" charset="0"/>
              <a:buNone/>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7"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OnePager Template 2017 NL">
    <p:spTree>
      <p:nvGrpSpPr>
        <p:cNvPr id="1" name=""/>
        <p:cNvGrpSpPr/>
        <p:nvPr/>
      </p:nvGrpSpPr>
      <p:grpSpPr>
        <a:xfrm>
          <a:off x="0" y="0"/>
          <a:ext cx="0" cy="0"/>
          <a:chOff x="0" y="0"/>
          <a:chExt cx="0" cy="0"/>
        </a:xfrm>
      </p:grpSpPr>
      <p:pic>
        <p:nvPicPr>
          <p:cNvPr id="11" name="Picture 3"/>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700" y="0"/>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TextBox 11"/>
          <p:cNvSpPr txBox="1">
            <a:spLocks noChangeArrowheads="1"/>
          </p:cNvSpPr>
          <p:nvPr userDrawn="1"/>
        </p:nvSpPr>
        <p:spPr bwMode="auto">
          <a:xfrm>
            <a:off x="626270" y="2469486"/>
            <a:ext cx="1392239" cy="276999"/>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dirty="0">
                <a:solidFill>
                  <a:srgbClr val="0070AD"/>
                </a:solidFill>
              </a:rPr>
              <a:t>Strengths</a:t>
            </a:r>
          </a:p>
        </p:txBody>
      </p:sp>
      <p:sp>
        <p:nvSpPr>
          <p:cNvPr id="13" name="TextBox 12"/>
          <p:cNvSpPr txBox="1">
            <a:spLocks noChangeArrowheads="1"/>
          </p:cNvSpPr>
          <p:nvPr userDrawn="1"/>
        </p:nvSpPr>
        <p:spPr bwMode="auto">
          <a:xfrm>
            <a:off x="5157793" y="2538373"/>
            <a:ext cx="1876425" cy="276999"/>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dirty="0">
                <a:solidFill>
                  <a:srgbClr val="0070AD"/>
                </a:solidFill>
              </a:rPr>
              <a:t>Achievement </a:t>
            </a:r>
          </a:p>
        </p:txBody>
      </p:sp>
      <p:sp>
        <p:nvSpPr>
          <p:cNvPr id="14" name="TextBox 13"/>
          <p:cNvSpPr txBox="1">
            <a:spLocks noChangeArrowheads="1"/>
          </p:cNvSpPr>
          <p:nvPr userDrawn="1"/>
        </p:nvSpPr>
        <p:spPr bwMode="auto">
          <a:xfrm>
            <a:off x="9366251" y="320677"/>
            <a:ext cx="2779715" cy="276999"/>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a:solidFill>
                  <a:srgbClr val="0070AD"/>
                </a:solidFill>
              </a:rPr>
              <a:t>Education and certificates</a:t>
            </a:r>
          </a:p>
        </p:txBody>
      </p:sp>
      <p:grpSp>
        <p:nvGrpSpPr>
          <p:cNvPr id="15" name="Group 2"/>
          <p:cNvGrpSpPr/>
          <p:nvPr userDrawn="1"/>
        </p:nvGrpSpPr>
        <p:grpSpPr bwMode="auto">
          <a:xfrm>
            <a:off x="2349502" y="1057277"/>
            <a:ext cx="1566863" cy="1108075"/>
            <a:chOff x="2384425" y="1239838"/>
            <a:chExt cx="1143000" cy="898525"/>
          </a:xfrm>
        </p:grpSpPr>
        <p:sp>
          <p:nvSpPr>
            <p:cNvPr id="17" name="TextBox 11"/>
            <p:cNvSpPr txBox="1">
              <a:spLocks noChangeArrowheads="1"/>
            </p:cNvSpPr>
            <p:nvPr/>
          </p:nvSpPr>
          <p:spPr bwMode="white">
            <a:xfrm>
              <a:off x="2385583" y="1429069"/>
              <a:ext cx="1141842" cy="212136"/>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Base Location:</a:t>
              </a:r>
            </a:p>
          </p:txBody>
        </p:sp>
        <p:sp>
          <p:nvSpPr>
            <p:cNvPr id="18" name="TextBox 12"/>
            <p:cNvSpPr txBox="1">
              <a:spLocks noChangeArrowheads="1"/>
            </p:cNvSpPr>
            <p:nvPr/>
          </p:nvSpPr>
          <p:spPr bwMode="white">
            <a:xfrm>
              <a:off x="2385583" y="1628598"/>
              <a:ext cx="1141842" cy="212136"/>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Email ID:</a:t>
              </a:r>
            </a:p>
          </p:txBody>
        </p:sp>
        <p:sp>
          <p:nvSpPr>
            <p:cNvPr id="19" name="TextBox 13"/>
            <p:cNvSpPr txBox="1">
              <a:spLocks noChangeArrowheads="1"/>
            </p:cNvSpPr>
            <p:nvPr/>
          </p:nvSpPr>
          <p:spPr bwMode="white">
            <a:xfrm>
              <a:off x="2385583" y="1820404"/>
              <a:ext cx="1141842" cy="212136"/>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Mobile No:</a:t>
              </a:r>
            </a:p>
          </p:txBody>
        </p:sp>
        <p:sp>
          <p:nvSpPr>
            <p:cNvPr id="20" name="Rectangle 19"/>
            <p:cNvSpPr/>
            <p:nvPr/>
          </p:nvSpPr>
          <p:spPr bwMode="white">
            <a:xfrm>
              <a:off x="2384425" y="1239838"/>
              <a:ext cx="1104784" cy="8985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sz="1800"/>
            </a:p>
          </p:txBody>
        </p:sp>
      </p:grpSp>
      <p:sp>
        <p:nvSpPr>
          <p:cNvPr id="22" name="TextBox 13"/>
          <p:cNvSpPr txBox="1">
            <a:spLocks noChangeArrowheads="1"/>
          </p:cNvSpPr>
          <p:nvPr userDrawn="1"/>
        </p:nvSpPr>
        <p:spPr bwMode="white">
          <a:xfrm>
            <a:off x="2357439" y="1990727"/>
            <a:ext cx="1563687" cy="261610"/>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Grade:</a:t>
            </a:r>
          </a:p>
        </p:txBody>
      </p:sp>
      <p:pic>
        <p:nvPicPr>
          <p:cNvPr id="24" name="Picture 8" descr="Strengths"/>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77790" y="2133602"/>
            <a:ext cx="611188" cy="612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12" descr="Achievement, trophy icon"/>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4740277" y="2362202"/>
            <a:ext cx="446089" cy="446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Text Placeholder 5"/>
          <p:cNvSpPr>
            <a:spLocks noGrp="1"/>
          </p:cNvSpPr>
          <p:nvPr>
            <p:ph type="body" sz="quarter" idx="36"/>
          </p:nvPr>
        </p:nvSpPr>
        <p:spPr>
          <a:xfrm>
            <a:off x="4836701" y="2995868"/>
            <a:ext cx="4009644" cy="3621503"/>
          </a:xfrm>
        </p:spPr>
        <p:txBody>
          <a:bodyPr>
            <a:noAutofit/>
          </a:bodyPr>
          <a:lstStyle>
            <a:lvl1pPr>
              <a:lnSpc>
                <a:spcPct val="150000"/>
              </a:lnSpc>
              <a:defRPr sz="1000" i="0" u="none" baseline="0"/>
            </a:lvl1pPr>
            <a:lvl2pPr>
              <a:lnSpc>
                <a:spcPct val="114000"/>
              </a:lnSpc>
              <a:defRPr/>
            </a:lvl2pPr>
          </a:lstStyle>
          <a:p>
            <a:pPr lvl="0"/>
            <a:r>
              <a:rPr lang="en-US" dirty="0"/>
              <a:t>Click to edit Master text styles</a:t>
            </a:r>
          </a:p>
          <a:p>
            <a:pPr lvl="1"/>
            <a:r>
              <a:rPr lang="en-US" dirty="0"/>
              <a:t>Second level</a:t>
            </a:r>
          </a:p>
        </p:txBody>
      </p:sp>
      <p:sp>
        <p:nvSpPr>
          <p:cNvPr id="23" name="Text Placeholder 5"/>
          <p:cNvSpPr>
            <a:spLocks noGrp="1"/>
          </p:cNvSpPr>
          <p:nvPr>
            <p:ph type="body" sz="quarter" idx="41"/>
          </p:nvPr>
        </p:nvSpPr>
        <p:spPr bwMode="white">
          <a:xfrm>
            <a:off x="2468284" y="290681"/>
            <a:ext cx="6223653" cy="306703"/>
          </a:xfrm>
        </p:spPr>
        <p:txBody>
          <a:bodyPr>
            <a:noAutofit/>
          </a:bodyPr>
          <a:lstStyle>
            <a:lvl1pPr>
              <a:defRPr sz="2100" b="1" baseline="0">
                <a:solidFill>
                  <a:schemeClr val="bg1"/>
                </a:solidFill>
              </a:defRPr>
            </a:lvl1pPr>
          </a:lstStyle>
          <a:p>
            <a:pPr lvl="0"/>
            <a:r>
              <a:rPr lang="en-US" dirty="0"/>
              <a:t>Click to edit Master text styles</a:t>
            </a:r>
          </a:p>
        </p:txBody>
      </p:sp>
      <p:sp>
        <p:nvSpPr>
          <p:cNvPr id="25" name="Text Placeholder 5"/>
          <p:cNvSpPr>
            <a:spLocks noGrp="1"/>
          </p:cNvSpPr>
          <p:nvPr>
            <p:ph type="body" sz="quarter" idx="42"/>
          </p:nvPr>
        </p:nvSpPr>
        <p:spPr bwMode="white">
          <a:xfrm>
            <a:off x="2468281" y="665945"/>
            <a:ext cx="6056596" cy="321205"/>
          </a:xfrm>
        </p:spPr>
        <p:txBody>
          <a:bodyPr>
            <a:noAutofit/>
          </a:bodyPr>
          <a:lstStyle>
            <a:lvl1pPr marL="0" marR="0" indent="0" algn="l" defTabSz="914388" rtl="0" eaLnBrk="1" fontAlgn="auto" latinLnBrk="0" hangingPunct="1">
              <a:lnSpc>
                <a:spcPts val="2200"/>
              </a:lnSpc>
              <a:spcBef>
                <a:spcPts val="0"/>
              </a:spcBef>
              <a:spcAft>
                <a:spcPts val="600"/>
              </a:spcAft>
              <a:buClrTx/>
              <a:buSzTx/>
              <a:buFont typeface="Arial" panose="020B0604020202020204" pitchFamily="34" charset="0"/>
              <a:buNone/>
              <a:defRPr sz="1400">
                <a:solidFill>
                  <a:schemeClr val="bg1"/>
                </a:solidFill>
              </a:defRPr>
            </a:lvl1pPr>
          </a:lstStyle>
          <a:p>
            <a:pPr lvl="0"/>
            <a:r>
              <a:rPr lang="en-US" dirty="0"/>
              <a:t>Click to edit Master text styles</a:t>
            </a:r>
          </a:p>
        </p:txBody>
      </p:sp>
      <p:sp>
        <p:nvSpPr>
          <p:cNvPr id="26" name="Text Placeholder 5"/>
          <p:cNvSpPr>
            <a:spLocks noGrp="1"/>
          </p:cNvSpPr>
          <p:nvPr>
            <p:ph type="body" sz="quarter" idx="43"/>
          </p:nvPr>
        </p:nvSpPr>
        <p:spPr bwMode="white">
          <a:xfrm>
            <a:off x="3696644" y="1280461"/>
            <a:ext cx="2373312" cy="295449"/>
          </a:xfrm>
        </p:spPr>
        <p:txBody>
          <a:bodyPr>
            <a:noAutofit/>
          </a:bodyPr>
          <a:lstStyle>
            <a:lvl1pPr>
              <a:defRPr sz="1100">
                <a:solidFill>
                  <a:schemeClr val="bg1"/>
                </a:solidFill>
              </a:defRPr>
            </a:lvl1pPr>
          </a:lstStyle>
          <a:p>
            <a:pPr lvl="0"/>
            <a:r>
              <a:rPr lang="en-US" dirty="0"/>
              <a:t>Click to edit Master text styles</a:t>
            </a:r>
          </a:p>
        </p:txBody>
      </p:sp>
      <p:sp>
        <p:nvSpPr>
          <p:cNvPr id="45" name="Picture Placeholder 44"/>
          <p:cNvSpPr>
            <a:spLocks noGrp="1"/>
          </p:cNvSpPr>
          <p:nvPr>
            <p:ph type="pic" sz="quarter" idx="46"/>
          </p:nvPr>
        </p:nvSpPr>
        <p:spPr bwMode="ltGray">
          <a:xfrm>
            <a:off x="383259" y="287492"/>
            <a:ext cx="1734208" cy="1735628"/>
          </a:xfrm>
          <a:prstGeom prst="ellipse">
            <a:avLst/>
          </a:prstGeom>
          <a:solidFill>
            <a:schemeClr val="bg1"/>
          </a:solidFill>
        </p:spPr>
        <p:txBody>
          <a:bodyPr rtlCol="0">
            <a:normAutofit/>
          </a:bodyPr>
          <a:lstStyle>
            <a:lvl1pPr>
              <a:lnSpc>
                <a:spcPct val="114000"/>
              </a:lnSpc>
              <a:defRPr sz="1000" baseline="0"/>
            </a:lvl1pPr>
          </a:lstStyle>
          <a:p>
            <a:pPr lvl="0"/>
            <a:r>
              <a:rPr lang="en-US" noProof="0"/>
              <a:t>Click icon to add picture</a:t>
            </a:r>
            <a:endParaRPr lang="nl-NL" noProof="0" dirty="0"/>
          </a:p>
        </p:txBody>
      </p:sp>
      <p:sp>
        <p:nvSpPr>
          <p:cNvPr id="46" name="Text Placeholder 5"/>
          <p:cNvSpPr>
            <a:spLocks noGrp="1"/>
          </p:cNvSpPr>
          <p:nvPr>
            <p:ph type="body" sz="quarter" idx="47"/>
          </p:nvPr>
        </p:nvSpPr>
        <p:spPr bwMode="white">
          <a:xfrm>
            <a:off x="3696027" y="1501536"/>
            <a:ext cx="2373312" cy="325397"/>
          </a:xfrm>
        </p:spPr>
        <p:txBody>
          <a:bodyPr>
            <a:noAutofit/>
          </a:bodyPr>
          <a:lstStyle>
            <a:lvl1pPr>
              <a:defRPr sz="1100">
                <a:solidFill>
                  <a:schemeClr val="bg1"/>
                </a:solidFill>
              </a:defRPr>
            </a:lvl1pPr>
          </a:lstStyle>
          <a:p>
            <a:pPr lvl="0"/>
            <a:r>
              <a:rPr lang="en-US" dirty="0"/>
              <a:t>Click to edit Master text styles</a:t>
            </a:r>
          </a:p>
        </p:txBody>
      </p:sp>
      <p:sp>
        <p:nvSpPr>
          <p:cNvPr id="47" name="Text Placeholder 5"/>
          <p:cNvSpPr>
            <a:spLocks noGrp="1"/>
          </p:cNvSpPr>
          <p:nvPr>
            <p:ph type="body" sz="quarter" idx="48"/>
          </p:nvPr>
        </p:nvSpPr>
        <p:spPr bwMode="white">
          <a:xfrm>
            <a:off x="3685536" y="1711596"/>
            <a:ext cx="2373312" cy="330250"/>
          </a:xfrm>
        </p:spPr>
        <p:txBody>
          <a:bodyPr>
            <a:noAutofit/>
          </a:bodyPr>
          <a:lstStyle>
            <a:lvl1pPr>
              <a:defRPr sz="1100">
                <a:solidFill>
                  <a:schemeClr val="bg1"/>
                </a:solidFill>
              </a:defRPr>
            </a:lvl1pPr>
          </a:lstStyle>
          <a:p>
            <a:pPr lvl="0"/>
            <a:r>
              <a:rPr lang="en-US" dirty="0"/>
              <a:t>Click to edit Master text styles</a:t>
            </a:r>
          </a:p>
        </p:txBody>
      </p:sp>
      <p:sp>
        <p:nvSpPr>
          <p:cNvPr id="34" name="Text Placeholder 5"/>
          <p:cNvSpPr>
            <a:spLocks noGrp="1"/>
          </p:cNvSpPr>
          <p:nvPr>
            <p:ph type="body" sz="quarter" idx="50"/>
          </p:nvPr>
        </p:nvSpPr>
        <p:spPr>
          <a:xfrm>
            <a:off x="383260" y="2995866"/>
            <a:ext cx="4056395" cy="3621502"/>
          </a:xfrm>
        </p:spPr>
        <p:txBody>
          <a:bodyPr>
            <a:noAutofit/>
          </a:bodyPr>
          <a:lstStyle>
            <a:lvl1pPr>
              <a:lnSpc>
                <a:spcPct val="114000"/>
              </a:lnSpc>
              <a:defRPr sz="1000" u="none" baseline="0"/>
            </a:lvl1pPr>
          </a:lstStyle>
          <a:p>
            <a:pPr lvl="0"/>
            <a:r>
              <a:rPr lang="en-US" dirty="0"/>
              <a:t>Click to edit Master text styles</a:t>
            </a:r>
          </a:p>
        </p:txBody>
      </p:sp>
      <p:sp>
        <p:nvSpPr>
          <p:cNvPr id="21" name="Text Placeholder 5"/>
          <p:cNvSpPr>
            <a:spLocks noGrp="1"/>
          </p:cNvSpPr>
          <p:nvPr>
            <p:ph type="body" sz="quarter" idx="51"/>
          </p:nvPr>
        </p:nvSpPr>
        <p:spPr bwMode="white">
          <a:xfrm>
            <a:off x="3690159" y="1891704"/>
            <a:ext cx="2373312" cy="330250"/>
          </a:xfrm>
        </p:spPr>
        <p:txBody>
          <a:bodyPr>
            <a:noAutofit/>
          </a:bodyPr>
          <a:lstStyle>
            <a:lvl1pPr>
              <a:defRPr sz="1100">
                <a:solidFill>
                  <a:schemeClr val="bg1"/>
                </a:solidFill>
              </a:defRPr>
            </a:lvl1pPr>
          </a:lstStyle>
          <a:p>
            <a:pPr lvl="0"/>
            <a:r>
              <a:rPr lang="en-US" dirty="0"/>
              <a:t>Click to edit Master text styles</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vmlDrawing" Target="../drawings/vmlDrawing1.vml"/><Relationship Id="rId26" Type="http://schemas.openxmlformats.org/officeDocument/2006/relationships/image" Target="../media/image1.emf"/><Relationship Id="rId3" Type="http://schemas.openxmlformats.org/officeDocument/2006/relationships/slideLayout" Target="../slideLayouts/slideLayout3.xml"/><Relationship Id="rId21" Type="http://schemas.openxmlformats.org/officeDocument/2006/relationships/tags" Target="../tags/tag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5" Type="http://schemas.openxmlformats.org/officeDocument/2006/relationships/oleObject" Target="../embeddings/oleObject1.bin"/><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ags" Target="../tags/tag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ags" Target="../tags/tag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ags" Target="../tags/tag6.xml"/><Relationship Id="rId10" Type="http://schemas.openxmlformats.org/officeDocument/2006/relationships/slideLayout" Target="../slideLayouts/slideLayout10.xml"/><Relationship Id="rId19" Type="http://schemas.openxmlformats.org/officeDocument/2006/relationships/tags" Target="../tags/tag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ags" Target="../tags/tag5.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tags" Target="../tags/tag31.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vmlDrawing" Target="../drawings/vmlDrawing11.v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2.xml"/><Relationship Id="rId5" Type="http://schemas.openxmlformats.org/officeDocument/2006/relationships/slideLayout" Target="../slideLayouts/slideLayout21.xml"/><Relationship Id="rId15" Type="http://schemas.openxmlformats.org/officeDocument/2006/relationships/image" Target="../media/image2.emf"/><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oleObject" Target="../embeddings/oleObject1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p:custDataLst>
              <p:tags r:id="rId19"/>
            </p:custDataLst>
          </p:nvPr>
        </p:nvGraphicFramePr>
        <p:xfrm>
          <a:off x="5" y="1"/>
          <a:ext cx="195385" cy="158750"/>
        </p:xfrm>
        <a:graphic>
          <a:graphicData uri="http://schemas.openxmlformats.org/presentationml/2006/ole">
            <mc:AlternateContent xmlns:mc="http://schemas.openxmlformats.org/markup-compatibility/2006">
              <mc:Choice xmlns:v="urn:schemas-microsoft-com:vml" Requires="v">
                <p:oleObj spid="_x0000_s1040" name="think-cell Slide" r:id="rId25" imgW="12700" imgH="12700" progId="">
                  <p:embed/>
                </p:oleObj>
              </mc:Choice>
              <mc:Fallback>
                <p:oleObj name="think-cell Slide" r:id="rId25" imgW="12700" imgH="12700" progId="">
                  <p:embed/>
                  <p:pic>
                    <p:nvPicPr>
                      <p:cNvPr id="8" name="Object 7" hidden="1"/>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5" y="1"/>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Placeholder 1"/>
          <p:cNvSpPr>
            <a:spLocks noGrp="1"/>
          </p:cNvSpPr>
          <p:nvPr>
            <p:ph type="title"/>
            <p:custDataLst>
              <p:tags r:id="rId20"/>
            </p:custDataLst>
          </p:nvPr>
        </p:nvSpPr>
        <p:spPr>
          <a:xfrm>
            <a:off x="10" y="15"/>
            <a:ext cx="12191999" cy="1002135"/>
          </a:xfrm>
          <a:prstGeom prst="rect">
            <a:avLst/>
          </a:prstGeom>
        </p:spPr>
        <p:txBody>
          <a:bodyPr vert="horz" lIns="297529" tIns="33059" rIns="165294" bIns="33059" rtlCol="0" anchor="ctr">
            <a:noAutofit/>
          </a:bodyPr>
          <a:lstStyle/>
          <a:p>
            <a:r>
              <a:rPr lang="fr-FR" noProof="0"/>
              <a:t>Cliquez pour modifier le style du titre</a:t>
            </a:r>
            <a:endParaRPr lang="en-US" noProof="0" dirty="0"/>
          </a:p>
        </p:txBody>
      </p:sp>
      <p:sp>
        <p:nvSpPr>
          <p:cNvPr id="3" name="Text Placeholder 2"/>
          <p:cNvSpPr>
            <a:spLocks noGrp="1"/>
          </p:cNvSpPr>
          <p:nvPr>
            <p:ph type="body" idx="1"/>
            <p:custDataLst>
              <p:tags r:id="rId21"/>
            </p:custDataLst>
          </p:nvPr>
        </p:nvSpPr>
        <p:spPr>
          <a:xfrm>
            <a:off x="398035" y="1501977"/>
            <a:ext cx="11616155" cy="4636540"/>
          </a:xfrm>
          <a:prstGeom prst="rect">
            <a:avLst/>
          </a:prstGeom>
        </p:spPr>
        <p:txBody>
          <a:bodyPr vert="horz" lIns="108000" tIns="72000" rIns="72000" bIns="72000" rtlCol="0">
            <a:noAutofit/>
          </a:body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9" name="Freeform 4"/>
          <p:cNvSpPr/>
          <p:nvPr>
            <p:custDataLst>
              <p:tags r:id="rId22"/>
            </p:custDataLst>
          </p:nvPr>
        </p:nvSpPr>
        <p:spPr bwMode="auto">
          <a:xfrm>
            <a:off x="13" y="676403"/>
            <a:ext cx="12191999" cy="728122"/>
          </a:xfrm>
          <a:custGeom>
            <a:avLst/>
            <a:gdLst/>
            <a:ahLst/>
            <a:cxnLst>
              <a:cxn ang="0">
                <a:pos x="2965" y="93"/>
              </a:cxn>
              <a:cxn ang="0">
                <a:pos x="303" y="93"/>
              </a:cxn>
              <a:cxn ang="0">
                <a:pos x="151" y="187"/>
              </a:cxn>
              <a:cxn ang="0">
                <a:pos x="0" y="93"/>
              </a:cxn>
              <a:cxn ang="0">
                <a:pos x="0" y="112"/>
              </a:cxn>
              <a:cxn ang="0">
                <a:pos x="151" y="205"/>
              </a:cxn>
              <a:cxn ang="0">
                <a:pos x="303" y="112"/>
              </a:cxn>
              <a:cxn ang="0">
                <a:pos x="2965" y="112"/>
              </a:cxn>
              <a:cxn ang="0">
                <a:pos x="3118" y="19"/>
              </a:cxn>
              <a:cxn ang="0">
                <a:pos x="3118" y="0"/>
              </a:cxn>
              <a:cxn ang="0">
                <a:pos x="2965" y="93"/>
              </a:cxn>
            </a:cxnLst>
            <a:rect l="0" t="0" r="r" b="b"/>
            <a:pathLst>
              <a:path w="3118" h="205">
                <a:moveTo>
                  <a:pt x="2965" y="93"/>
                </a:moveTo>
                <a:cubicBezTo>
                  <a:pt x="303" y="93"/>
                  <a:pt x="303" y="93"/>
                  <a:pt x="303" y="93"/>
                </a:cubicBezTo>
                <a:cubicBezTo>
                  <a:pt x="183" y="93"/>
                  <a:pt x="151" y="187"/>
                  <a:pt x="151" y="187"/>
                </a:cubicBezTo>
                <a:cubicBezTo>
                  <a:pt x="151" y="187"/>
                  <a:pt x="119" y="93"/>
                  <a:pt x="0" y="93"/>
                </a:cubicBezTo>
                <a:cubicBezTo>
                  <a:pt x="0" y="112"/>
                  <a:pt x="0" y="112"/>
                  <a:pt x="0" y="112"/>
                </a:cubicBezTo>
                <a:cubicBezTo>
                  <a:pt x="119" y="112"/>
                  <a:pt x="151" y="205"/>
                  <a:pt x="151" y="205"/>
                </a:cubicBezTo>
                <a:cubicBezTo>
                  <a:pt x="151" y="205"/>
                  <a:pt x="183" y="112"/>
                  <a:pt x="303" y="112"/>
                </a:cubicBezTo>
                <a:cubicBezTo>
                  <a:pt x="2965" y="112"/>
                  <a:pt x="2965" y="112"/>
                  <a:pt x="2965" y="112"/>
                </a:cubicBezTo>
                <a:cubicBezTo>
                  <a:pt x="3085" y="112"/>
                  <a:pt x="3118" y="19"/>
                  <a:pt x="3118" y="19"/>
                </a:cubicBezTo>
                <a:cubicBezTo>
                  <a:pt x="3118" y="0"/>
                  <a:pt x="3118" y="0"/>
                  <a:pt x="3118" y="0"/>
                </a:cubicBezTo>
                <a:cubicBezTo>
                  <a:pt x="3118" y="0"/>
                  <a:pt x="3085" y="93"/>
                  <a:pt x="2965" y="93"/>
                </a:cubicBezTo>
                <a:close/>
              </a:path>
            </a:pathLst>
          </a:custGeom>
          <a:solidFill>
            <a:schemeClr val="accent5"/>
          </a:solidFill>
          <a:ln w="9525">
            <a:noFill/>
            <a:round/>
          </a:ln>
          <a:effectLst>
            <a:outerShdw blurRad="50800" dist="25400" dir="5400000" algn="t" rotWithShape="0">
              <a:prstClr val="black">
                <a:alpha val="31000"/>
              </a:prstClr>
            </a:outerShdw>
          </a:effectLst>
        </p:spPr>
        <p:txBody>
          <a:bodyPr vert="horz" wrap="square" lIns="99563" tIns="49783" rIns="99563" bIns="49783" numCol="1" anchor="t" anchorCtr="0" compatLnSpc="1"/>
          <a:lstStyle/>
          <a:p>
            <a:endParaRPr lang="fr-FR" sz="1800"/>
          </a:p>
        </p:txBody>
      </p:sp>
      <p:cxnSp>
        <p:nvCxnSpPr>
          <p:cNvPr id="15" name="Straight Connector 5"/>
          <p:cNvCxnSpPr/>
          <p:nvPr>
            <p:custDataLst>
              <p:tags r:id="rId23"/>
            </p:custDataLst>
          </p:nvPr>
        </p:nvCxnSpPr>
        <p:spPr>
          <a:xfrm flipH="1">
            <a:off x="13" y="6362700"/>
            <a:ext cx="12191999" cy="0"/>
          </a:xfrm>
          <a:prstGeom prst="line">
            <a:avLst/>
          </a:prstGeom>
          <a:ln w="9525" cmpd="sng">
            <a:solidFill>
              <a:schemeClr val="accent5"/>
            </a:solidFill>
          </a:ln>
          <a:effectLst/>
        </p:spPr>
        <p:style>
          <a:lnRef idx="2">
            <a:schemeClr val="accent1"/>
          </a:lnRef>
          <a:fillRef idx="0">
            <a:schemeClr val="accent1"/>
          </a:fillRef>
          <a:effectRef idx="1">
            <a:schemeClr val="accent1"/>
          </a:effectRef>
          <a:fontRef idx="minor">
            <a:schemeClr val="tx1"/>
          </a:fontRef>
        </p:style>
      </p:cxnSp>
      <p:grpSp>
        <p:nvGrpSpPr>
          <p:cNvPr id="14" name="Groupe 1"/>
          <p:cNvGrpSpPr/>
          <p:nvPr/>
        </p:nvGrpSpPr>
        <p:grpSpPr>
          <a:xfrm>
            <a:off x="11501105" y="171573"/>
            <a:ext cx="419436" cy="388988"/>
            <a:chOff x="11501102" y="171573"/>
            <a:chExt cx="419436" cy="388988"/>
          </a:xfrm>
        </p:grpSpPr>
        <p:sp>
          <p:nvSpPr>
            <p:cNvPr id="16" name="Freeform 13"/>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ln>
          </p:spPr>
          <p:txBody>
            <a:bodyPr vert="horz" wrap="square" lIns="91440" tIns="45720" rIns="91440" bIns="45720" numCol="1" anchor="t" anchorCtr="0" compatLnSpc="1"/>
            <a:lstStyle/>
            <a:p>
              <a:endParaRPr lang="en-GB" sz="1800"/>
            </a:p>
          </p:txBody>
        </p:sp>
        <p:sp>
          <p:nvSpPr>
            <p:cNvPr id="17" name="Freeform 14"/>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ln>
          </p:spPr>
          <p:txBody>
            <a:bodyPr vert="horz" wrap="square" lIns="91440" tIns="45720" rIns="91440" bIns="45720" numCol="1" anchor="t" anchorCtr="0" compatLnSpc="1"/>
            <a:lstStyle/>
            <a:p>
              <a:endParaRPr lang="en-GB" sz="1800"/>
            </a:p>
          </p:txBody>
        </p:sp>
      </p:grpSp>
      <p:sp>
        <p:nvSpPr>
          <p:cNvPr id="23" name="Rectangle 22"/>
          <p:cNvSpPr>
            <a:spLocks noChangeArrowheads="1"/>
          </p:cNvSpPr>
          <p:nvPr>
            <p:custDataLst>
              <p:tags r:id="rId24"/>
            </p:custDataLst>
          </p:nvPr>
        </p:nvSpPr>
        <p:spPr bwMode="auto">
          <a:xfrm>
            <a:off x="8297650" y="6623426"/>
            <a:ext cx="3274639" cy="183503"/>
          </a:xfrm>
          <a:prstGeom prst="rect">
            <a:avLst/>
          </a:prstGeom>
          <a:noFill/>
          <a:ln w="19050">
            <a:noFill/>
            <a:miter lim="800000"/>
          </a:ln>
          <a:effectLst/>
        </p:spPr>
        <p:txBody>
          <a:bodyPr wrap="square" lIns="35997" tIns="35997" rIns="35997" bIns="35997" anchor="b" anchorCtr="0">
            <a:noAutofit/>
          </a:bodyPr>
          <a:lstStyle/>
          <a:p>
            <a:pPr marL="0" marR="0" lvl="0" indent="0" algn="r" defTabSz="995646" rtl="0" eaLnBrk="0" fontAlgn="auto" latinLnBrk="0" hangingPunct="0">
              <a:lnSpc>
                <a:spcPct val="90000"/>
              </a:lnSpc>
              <a:spcBef>
                <a:spcPct val="10000"/>
              </a:spcBef>
              <a:spcAft>
                <a:spcPts val="0"/>
              </a:spcAft>
              <a:buClrTx/>
              <a:buSzTx/>
              <a:buFontTx/>
              <a:buNone/>
              <a:defRPr/>
            </a:pPr>
            <a:r>
              <a:rPr lang="en-US" altLang="en-US" sz="700" b="0" i="0" noProof="0" dirty="0">
                <a:solidFill>
                  <a:schemeClr val="tx2"/>
                </a:solidFill>
                <a:latin typeface="+mj-lt"/>
                <a:cs typeface="Helvetica Light"/>
              </a:rPr>
              <a:t>Copyright © Capgemini 2018. All Rights Reserved</a:t>
            </a:r>
          </a:p>
        </p:txBody>
      </p:sp>
      <p:grpSp>
        <p:nvGrpSpPr>
          <p:cNvPr id="13" name="Groupe 1"/>
          <p:cNvGrpSpPr/>
          <p:nvPr userDrawn="1"/>
        </p:nvGrpSpPr>
        <p:grpSpPr>
          <a:xfrm>
            <a:off x="11501105" y="171573"/>
            <a:ext cx="419436" cy="388988"/>
            <a:chOff x="11501102" y="171573"/>
            <a:chExt cx="419436" cy="388988"/>
          </a:xfrm>
        </p:grpSpPr>
        <p:sp>
          <p:nvSpPr>
            <p:cNvPr id="18" name="Freeform 13"/>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ln>
          </p:spPr>
          <p:txBody>
            <a:bodyPr vert="horz" wrap="square" lIns="91440" tIns="45720" rIns="91440" bIns="45720" numCol="1" anchor="t" anchorCtr="0" compatLnSpc="1"/>
            <a:lstStyle/>
            <a:p>
              <a:endParaRPr lang="en-GB" sz="1800"/>
            </a:p>
          </p:txBody>
        </p:sp>
        <p:sp>
          <p:nvSpPr>
            <p:cNvPr id="19" name="Freeform 14"/>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ln>
          </p:spPr>
          <p:txBody>
            <a:bodyPr vert="horz" wrap="square" lIns="91440" tIns="45720" rIns="91440" bIns="45720" numCol="1" anchor="t" anchorCtr="0" compatLnSpc="1"/>
            <a:lstStyle/>
            <a:p>
              <a:endParaRPr lang="en-GB" sz="1800"/>
            </a:p>
          </p:txBody>
        </p:sp>
      </p:grpSp>
      <p:sp>
        <p:nvSpPr>
          <p:cNvPr id="20" name="Retângulo 43"/>
          <p:cNvSpPr/>
          <p:nvPr userDrawn="1"/>
        </p:nvSpPr>
        <p:spPr>
          <a:xfrm>
            <a:off x="11802972" y="6650668"/>
            <a:ext cx="125034" cy="123111"/>
          </a:xfrm>
          <a:prstGeom prst="rect">
            <a:avLst/>
          </a:prstGeom>
        </p:spPr>
        <p:txBody>
          <a:bodyPr wrap="none" lIns="0" tIns="0" rIns="0" bIns="0" anchor="ctr" anchorCtr="0">
            <a:spAutoFit/>
          </a:bodyPr>
          <a:lstStyle/>
          <a:p>
            <a:pPr algn="r"/>
            <a:fld id="{0502E5A9-B53C-401E-A0E0-4A359BB0A9E5}" type="slidenum">
              <a:rPr lang="en-US" sz="800" smtClean="0">
                <a:solidFill>
                  <a:schemeClr val="bg1">
                    <a:lumMod val="65000"/>
                  </a:schemeClr>
                </a:solidFill>
                <a:cs typeface="Arial" panose="020B0604020202020204" pitchFamily="34" charset="0"/>
              </a:rPr>
              <a:t>‹#›</a:t>
            </a:fld>
            <a:endParaRPr lang="en-US" sz="800" dirty="0">
              <a:solidFill>
                <a:schemeClr val="bg1">
                  <a:lumMod val="65000"/>
                </a:schemeClr>
              </a:solidFill>
              <a:cs typeface="Arial" panose="020B0604020202020204" pitchFamily="34" charset="0"/>
            </a:endParaRPr>
          </a:p>
        </p:txBody>
      </p:sp>
      <p:sp>
        <p:nvSpPr>
          <p:cNvPr id="24" name="Text Placeholder 7"/>
          <p:cNvSpPr txBox="1"/>
          <p:nvPr userDrawn="1"/>
        </p:nvSpPr>
        <p:spPr>
          <a:xfrm>
            <a:off x="227350" y="6650672"/>
            <a:ext cx="4716524" cy="123111"/>
          </a:xfrm>
          <a:prstGeom prst="rect">
            <a:avLst/>
          </a:prstGeom>
        </p:spPr>
        <p:txBody>
          <a:bodyPr wrap="none"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sz="800" dirty="0" err="1">
                <a:solidFill>
                  <a:schemeClr val="bg1">
                    <a:lumMod val="65000"/>
                  </a:schemeClr>
                </a:solidFill>
              </a:rPr>
              <a:t>PresentationTitle</a:t>
            </a:r>
            <a:r>
              <a:rPr lang="en-US" sz="800" dirty="0">
                <a:solidFill>
                  <a:schemeClr val="bg1">
                    <a:lumMod val="65000"/>
                  </a:schemeClr>
                </a:solidFill>
              </a:rPr>
              <a:t> | Author | Date</a:t>
            </a:r>
          </a:p>
        </p:txBody>
      </p:sp>
      <p:grpSp>
        <p:nvGrpSpPr>
          <p:cNvPr id="25" name="Groupe 2"/>
          <p:cNvGrpSpPr/>
          <p:nvPr userDrawn="1"/>
        </p:nvGrpSpPr>
        <p:grpSpPr>
          <a:xfrm>
            <a:off x="12355043" y="33162"/>
            <a:ext cx="360000" cy="1800000"/>
            <a:chOff x="12355040" y="33161"/>
            <a:chExt cx="360000" cy="1800000"/>
          </a:xfrm>
        </p:grpSpPr>
        <p:sp>
          <p:nvSpPr>
            <p:cNvPr id="26" name="Rectangle 25"/>
            <p:cNvSpPr/>
            <p:nvPr userDrawn="1"/>
          </p:nvSpPr>
          <p:spPr>
            <a:xfrm>
              <a:off x="12355040" y="33161"/>
              <a:ext cx="360000" cy="360000"/>
            </a:xfrm>
            <a:prstGeom prst="rect">
              <a:avLst/>
            </a:prstGeom>
            <a:solidFill>
              <a:srgbClr val="0070A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7" name="Rectangle 26"/>
            <p:cNvSpPr/>
            <p:nvPr userDrawn="1"/>
          </p:nvSpPr>
          <p:spPr>
            <a:xfrm>
              <a:off x="12355040" y="393161"/>
              <a:ext cx="360000" cy="3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8" name="Rectangle 27"/>
            <p:cNvSpPr/>
            <p:nvPr userDrawn="1"/>
          </p:nvSpPr>
          <p:spPr>
            <a:xfrm>
              <a:off x="12355040" y="753161"/>
              <a:ext cx="360000" cy="360000"/>
            </a:xfrm>
            <a:prstGeom prst="rect">
              <a:avLst/>
            </a:prstGeom>
            <a:solidFill>
              <a:srgbClr val="2B0A3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9" name="Rectangle 28"/>
            <p:cNvSpPr/>
            <p:nvPr userDrawn="1"/>
          </p:nvSpPr>
          <p:spPr>
            <a:xfrm>
              <a:off x="12355040" y="1113161"/>
              <a:ext cx="360000" cy="36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0" name="Rectangle 29"/>
            <p:cNvSpPr/>
            <p:nvPr userDrawn="1"/>
          </p:nvSpPr>
          <p:spPr>
            <a:xfrm>
              <a:off x="12355040" y="1473161"/>
              <a:ext cx="360000" cy="360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grpSp>
      <p:grpSp>
        <p:nvGrpSpPr>
          <p:cNvPr id="31" name="Groupe 4"/>
          <p:cNvGrpSpPr/>
          <p:nvPr userDrawn="1"/>
        </p:nvGrpSpPr>
        <p:grpSpPr>
          <a:xfrm>
            <a:off x="12355043" y="1954479"/>
            <a:ext cx="360000" cy="4875772"/>
            <a:chOff x="12355040" y="1954479"/>
            <a:chExt cx="360000" cy="4875772"/>
          </a:xfrm>
        </p:grpSpPr>
        <p:sp>
          <p:nvSpPr>
            <p:cNvPr id="32" name="Rectangle 31"/>
            <p:cNvSpPr/>
            <p:nvPr userDrawn="1"/>
          </p:nvSpPr>
          <p:spPr>
            <a:xfrm>
              <a:off x="12355040" y="1954479"/>
              <a:ext cx="360000" cy="360000"/>
            </a:xfrm>
            <a:prstGeom prst="rect">
              <a:avLst/>
            </a:prstGeom>
            <a:solidFill>
              <a:srgbClr val="80B8D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marL="59053" algn="ctr">
                <a:spcAft>
                  <a:spcPts val="300"/>
                </a:spcAft>
              </a:pPr>
              <a:endParaRPr lang="en-GB" sz="900" dirty="0"/>
            </a:p>
          </p:txBody>
        </p:sp>
        <p:sp>
          <p:nvSpPr>
            <p:cNvPr id="33" name="Rectangle 32"/>
            <p:cNvSpPr/>
            <p:nvPr userDrawn="1"/>
          </p:nvSpPr>
          <p:spPr>
            <a:xfrm>
              <a:off x="12355040" y="2301846"/>
              <a:ext cx="360000" cy="360000"/>
            </a:xfrm>
            <a:prstGeom prst="rect">
              <a:avLst/>
            </a:prstGeom>
            <a:solidFill>
              <a:srgbClr val="88D5E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marL="59053" algn="ctr">
                <a:spcAft>
                  <a:spcPts val="300"/>
                </a:spcAft>
              </a:pPr>
              <a:endParaRPr lang="en-GB" sz="900" dirty="0"/>
            </a:p>
          </p:txBody>
        </p:sp>
        <p:sp>
          <p:nvSpPr>
            <p:cNvPr id="34" name="Rectangle 33"/>
            <p:cNvSpPr/>
            <p:nvPr userDrawn="1"/>
          </p:nvSpPr>
          <p:spPr>
            <a:xfrm>
              <a:off x="12355040" y="5080782"/>
              <a:ext cx="360000" cy="360000"/>
            </a:xfrm>
            <a:prstGeom prst="rect">
              <a:avLst/>
            </a:prstGeom>
            <a:solidFill>
              <a:srgbClr val="6D64CC"/>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5" name="Rectangle 34"/>
            <p:cNvSpPr/>
            <p:nvPr userDrawn="1"/>
          </p:nvSpPr>
          <p:spPr>
            <a:xfrm>
              <a:off x="12355040" y="6470251"/>
              <a:ext cx="360000" cy="360000"/>
            </a:xfrm>
            <a:prstGeom prst="rect">
              <a:avLst/>
            </a:prstGeom>
            <a:solidFill>
              <a:srgbClr val="FF632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6" name="Rectangle 35"/>
            <p:cNvSpPr/>
            <p:nvPr userDrawn="1"/>
          </p:nvSpPr>
          <p:spPr>
            <a:xfrm>
              <a:off x="12355040" y="4038681"/>
              <a:ext cx="360000" cy="360000"/>
            </a:xfrm>
            <a:prstGeom prst="rect">
              <a:avLst/>
            </a:prstGeom>
            <a:solidFill>
              <a:srgbClr val="C8FF1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7" name="Rectangle 36"/>
            <p:cNvSpPr/>
            <p:nvPr userDrawn="1"/>
          </p:nvSpPr>
          <p:spPr>
            <a:xfrm>
              <a:off x="12355040" y="4733415"/>
              <a:ext cx="360000" cy="360000"/>
            </a:xfrm>
            <a:prstGeom prst="rect">
              <a:avLst/>
            </a:prstGeom>
            <a:solidFill>
              <a:srgbClr val="7E39BA"/>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8" name="Rectangle 37"/>
            <p:cNvSpPr/>
            <p:nvPr userDrawn="1"/>
          </p:nvSpPr>
          <p:spPr>
            <a:xfrm>
              <a:off x="12355040" y="3691314"/>
              <a:ext cx="360000" cy="360000"/>
            </a:xfrm>
            <a:prstGeom prst="rect">
              <a:avLst/>
            </a:prstGeom>
            <a:solidFill>
              <a:srgbClr val="00C37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9" name="Rectangle 38"/>
            <p:cNvSpPr/>
            <p:nvPr userDrawn="1"/>
          </p:nvSpPr>
          <p:spPr>
            <a:xfrm>
              <a:off x="12355040" y="2649213"/>
              <a:ext cx="360000" cy="360000"/>
            </a:xfrm>
            <a:prstGeom prst="rect">
              <a:avLst/>
            </a:prstGeom>
            <a:solidFill>
              <a:srgbClr val="15636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0" name="Rectangle 39"/>
            <p:cNvSpPr/>
            <p:nvPr userDrawn="1"/>
          </p:nvSpPr>
          <p:spPr>
            <a:xfrm>
              <a:off x="12355040" y="2996580"/>
              <a:ext cx="360000" cy="360000"/>
            </a:xfrm>
            <a:prstGeom prst="rect">
              <a:avLst/>
            </a:prstGeom>
            <a:solidFill>
              <a:srgbClr val="0F999C"/>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1" name="Rectangle 40"/>
            <p:cNvSpPr/>
            <p:nvPr userDrawn="1"/>
          </p:nvSpPr>
          <p:spPr>
            <a:xfrm>
              <a:off x="12355040" y="3343947"/>
              <a:ext cx="360000" cy="360000"/>
            </a:xfrm>
            <a:prstGeom prst="rect">
              <a:avLst/>
            </a:prstGeom>
            <a:solidFill>
              <a:srgbClr val="01D1D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2" name="Rectangle 41"/>
            <p:cNvSpPr/>
            <p:nvPr userDrawn="1"/>
          </p:nvSpPr>
          <p:spPr>
            <a:xfrm>
              <a:off x="12355040" y="6122883"/>
              <a:ext cx="360000" cy="360000"/>
            </a:xfrm>
            <a:prstGeom prst="rect">
              <a:avLst/>
            </a:prstGeom>
            <a:solidFill>
              <a:srgbClr val="FF7E8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3" name="Rectangle 42"/>
            <p:cNvSpPr/>
            <p:nvPr userDrawn="1"/>
          </p:nvSpPr>
          <p:spPr>
            <a:xfrm>
              <a:off x="12355040" y="5775516"/>
              <a:ext cx="360000" cy="360000"/>
            </a:xfrm>
            <a:prstGeom prst="rect">
              <a:avLst/>
            </a:prstGeom>
            <a:solidFill>
              <a:srgbClr val="CB29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4" name="Rectangle 43"/>
            <p:cNvSpPr/>
            <p:nvPr userDrawn="1"/>
          </p:nvSpPr>
          <p:spPr>
            <a:xfrm>
              <a:off x="12355040" y="5428149"/>
              <a:ext cx="360000" cy="360000"/>
            </a:xfrm>
            <a:prstGeom prst="rect">
              <a:avLst/>
            </a:prstGeom>
            <a:solidFill>
              <a:srgbClr val="86086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5" name="Rectangle 44"/>
            <p:cNvSpPr/>
            <p:nvPr userDrawn="1"/>
          </p:nvSpPr>
          <p:spPr>
            <a:xfrm>
              <a:off x="12355040" y="4386048"/>
              <a:ext cx="360000" cy="360000"/>
            </a:xfrm>
            <a:prstGeom prst="rect">
              <a:avLst/>
            </a:prstGeom>
            <a:solidFill>
              <a:srgbClr val="4701A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gr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txStyles>
    <p:titleStyle>
      <a:lvl1pPr algn="l" defTabSz="914368" rtl="0" eaLnBrk="1" latinLnBrk="0" hangingPunct="1">
        <a:lnSpc>
          <a:spcPct val="85000"/>
        </a:lnSpc>
        <a:spcBef>
          <a:spcPct val="0"/>
        </a:spcBef>
        <a:buNone/>
        <a:defRPr sz="3200" b="0" kern="1200">
          <a:solidFill>
            <a:schemeClr val="tx1"/>
          </a:solidFill>
          <a:latin typeface="+mj-lt"/>
          <a:ea typeface="+mj-ea"/>
          <a:cs typeface="+mj-cs"/>
        </a:defRPr>
      </a:lvl1pPr>
    </p:titleStyle>
    <p:bodyStyle>
      <a:lvl1pPr marL="166364" indent="-166364" algn="l" defTabSz="914368" rtl="0" eaLnBrk="1" latinLnBrk="0" hangingPunct="1">
        <a:lnSpc>
          <a:spcPct val="90000"/>
        </a:lnSpc>
        <a:spcBef>
          <a:spcPts val="0"/>
        </a:spcBef>
        <a:spcAft>
          <a:spcPts val="600"/>
        </a:spcAft>
        <a:buClr>
          <a:schemeClr val="accent5"/>
        </a:buClr>
        <a:buFont typeface="Wingdings" panose="05000000000000000000" pitchFamily="2" charset="2"/>
        <a:buChar char="§"/>
        <a:defRPr sz="2200" b="0" kern="1200">
          <a:solidFill>
            <a:schemeClr val="tx2">
              <a:lumMod val="50000"/>
            </a:schemeClr>
          </a:solidFill>
          <a:latin typeface="+mn-lt"/>
          <a:ea typeface="+mn-ea"/>
          <a:cs typeface="+mn-cs"/>
        </a:defRPr>
      </a:lvl1pPr>
      <a:lvl2pPr marL="355587" indent="-180969" algn="l" defTabSz="914368" rtl="0" eaLnBrk="1" latinLnBrk="0" hangingPunct="1">
        <a:lnSpc>
          <a:spcPct val="90000"/>
        </a:lnSpc>
        <a:spcBef>
          <a:spcPts val="0"/>
        </a:spcBef>
        <a:spcAft>
          <a:spcPts val="600"/>
        </a:spcAft>
        <a:buClr>
          <a:schemeClr val="accent3"/>
        </a:buClr>
        <a:buFont typeface="Wingdings" panose="05000000000000000000" pitchFamily="2" charset="2"/>
        <a:buChar char="§"/>
        <a:defRPr sz="1800" kern="1200">
          <a:solidFill>
            <a:schemeClr val="tx2">
              <a:lumMod val="50000"/>
            </a:schemeClr>
          </a:solidFill>
          <a:latin typeface="+mn-lt"/>
          <a:ea typeface="+mn-ea"/>
          <a:cs typeface="+mn-cs"/>
        </a:defRPr>
      </a:lvl2pPr>
      <a:lvl3pPr marL="536557" indent="-165096" algn="l" defTabSz="914368" rtl="0" eaLnBrk="1" latinLnBrk="0" hangingPunct="1">
        <a:lnSpc>
          <a:spcPct val="90000"/>
        </a:lnSpc>
        <a:spcBef>
          <a:spcPts val="0"/>
        </a:spcBef>
        <a:spcAft>
          <a:spcPts val="600"/>
        </a:spcAft>
        <a:buClr>
          <a:schemeClr val="accent2"/>
        </a:buClr>
        <a:buFont typeface="Arial" panose="020B0604020202020204" pitchFamily="34" charset="0"/>
        <a:buChar char="•"/>
        <a:defRPr sz="1600" kern="1200">
          <a:solidFill>
            <a:schemeClr val="tx2">
              <a:lumMod val="50000"/>
            </a:schemeClr>
          </a:solidFill>
          <a:latin typeface="+mn-lt"/>
          <a:ea typeface="+mn-ea"/>
          <a:cs typeface="+mn-cs"/>
        </a:defRPr>
      </a:lvl3pPr>
      <a:lvl4pPr marL="711177" indent="-165096" algn="l" defTabSz="914368" rtl="0" eaLnBrk="1" latinLnBrk="0" hangingPunct="1">
        <a:lnSpc>
          <a:spcPct val="90000"/>
        </a:lnSpc>
        <a:spcBef>
          <a:spcPts val="0"/>
        </a:spcBef>
        <a:spcAft>
          <a:spcPts val="600"/>
        </a:spcAft>
        <a:buClr>
          <a:schemeClr val="bg2"/>
        </a:buClr>
        <a:buFont typeface="Arial" panose="020B0604020202020204" pitchFamily="34" charset="0"/>
        <a:buChar char="–"/>
        <a:defRPr sz="1400" kern="1200">
          <a:solidFill>
            <a:schemeClr val="tx2">
              <a:lumMod val="50000"/>
            </a:schemeClr>
          </a:solidFill>
          <a:latin typeface="+mn-lt"/>
          <a:ea typeface="+mn-ea"/>
          <a:cs typeface="+mn-cs"/>
        </a:defRPr>
      </a:lvl4pPr>
      <a:lvl5pPr marL="1609668" indent="-193668" algn="l" defTabSz="914368" rtl="0" eaLnBrk="1" latinLnBrk="0" hangingPunct="1">
        <a:spcBef>
          <a:spcPts val="0"/>
        </a:spcBef>
        <a:buClr>
          <a:srgbClr val="B1B1B1"/>
        </a:buClr>
        <a:buFont typeface="Arial" panose="020B0604020202020204" pitchFamily="34" charset="0"/>
        <a:buChar char="–"/>
        <a:defRPr sz="1700" kern="1200">
          <a:solidFill>
            <a:srgbClr val="494949"/>
          </a:solidFill>
          <a:latin typeface="+mn-lt"/>
          <a:ea typeface="+mn-ea"/>
          <a:cs typeface="+mn-cs"/>
        </a:defRPr>
      </a:lvl5pPr>
      <a:lvl6pPr marL="2514513" indent="-228593" algn="l" defTabSz="914368"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696" indent="-228593" algn="l" defTabSz="914368"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881" indent="-228593" algn="l" defTabSz="914368"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064" indent="-228593" algn="l" defTabSz="914368"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fr-FR"/>
      </a:defPPr>
      <a:lvl1pPr marL="0" algn="l" defTabSz="914368" rtl="0" eaLnBrk="1" latinLnBrk="0" hangingPunct="1">
        <a:defRPr sz="1800" kern="1200">
          <a:solidFill>
            <a:schemeClr val="tx1"/>
          </a:solidFill>
          <a:latin typeface="+mn-lt"/>
          <a:ea typeface="+mn-ea"/>
          <a:cs typeface="+mn-cs"/>
        </a:defRPr>
      </a:lvl1pPr>
      <a:lvl2pPr marL="457185" algn="l" defTabSz="914368" rtl="0" eaLnBrk="1" latinLnBrk="0" hangingPunct="1">
        <a:defRPr sz="1800" kern="1200">
          <a:solidFill>
            <a:schemeClr val="tx1"/>
          </a:solidFill>
          <a:latin typeface="+mn-lt"/>
          <a:ea typeface="+mn-ea"/>
          <a:cs typeface="+mn-cs"/>
        </a:defRPr>
      </a:lvl2pPr>
      <a:lvl3pPr marL="914368" algn="l" defTabSz="914368" rtl="0" eaLnBrk="1" latinLnBrk="0" hangingPunct="1">
        <a:defRPr sz="1800" kern="1200">
          <a:solidFill>
            <a:schemeClr val="tx1"/>
          </a:solidFill>
          <a:latin typeface="+mn-lt"/>
          <a:ea typeface="+mn-ea"/>
          <a:cs typeface="+mn-cs"/>
        </a:defRPr>
      </a:lvl3pPr>
      <a:lvl4pPr marL="1371554" algn="l" defTabSz="914368" rtl="0" eaLnBrk="1" latinLnBrk="0" hangingPunct="1">
        <a:defRPr sz="1800" kern="1200">
          <a:solidFill>
            <a:schemeClr val="tx1"/>
          </a:solidFill>
          <a:latin typeface="+mn-lt"/>
          <a:ea typeface="+mn-ea"/>
          <a:cs typeface="+mn-cs"/>
        </a:defRPr>
      </a:lvl4pPr>
      <a:lvl5pPr marL="1828737" algn="l" defTabSz="914368" rtl="0" eaLnBrk="1" latinLnBrk="0" hangingPunct="1">
        <a:defRPr sz="1800" kern="1200">
          <a:solidFill>
            <a:schemeClr val="tx1"/>
          </a:solidFill>
          <a:latin typeface="+mn-lt"/>
          <a:ea typeface="+mn-ea"/>
          <a:cs typeface="+mn-cs"/>
        </a:defRPr>
      </a:lvl5pPr>
      <a:lvl6pPr marL="2285922" algn="l" defTabSz="914368" rtl="0" eaLnBrk="1" latinLnBrk="0" hangingPunct="1">
        <a:defRPr sz="1800" kern="1200">
          <a:solidFill>
            <a:schemeClr val="tx1"/>
          </a:solidFill>
          <a:latin typeface="+mn-lt"/>
          <a:ea typeface="+mn-ea"/>
          <a:cs typeface="+mn-cs"/>
        </a:defRPr>
      </a:lvl6pPr>
      <a:lvl7pPr marL="2743105" algn="l" defTabSz="914368" rtl="0" eaLnBrk="1" latinLnBrk="0" hangingPunct="1">
        <a:defRPr sz="1800" kern="1200">
          <a:solidFill>
            <a:schemeClr val="tx1"/>
          </a:solidFill>
          <a:latin typeface="+mn-lt"/>
          <a:ea typeface="+mn-ea"/>
          <a:cs typeface="+mn-cs"/>
        </a:defRPr>
      </a:lvl7pPr>
      <a:lvl8pPr marL="3200291" algn="l" defTabSz="914368" rtl="0" eaLnBrk="1" latinLnBrk="0" hangingPunct="1">
        <a:defRPr sz="1800" kern="1200">
          <a:solidFill>
            <a:schemeClr val="tx1"/>
          </a:solidFill>
          <a:latin typeface="+mn-lt"/>
          <a:ea typeface="+mn-ea"/>
          <a:cs typeface="+mn-cs"/>
        </a:defRPr>
      </a:lvl8pPr>
      <a:lvl9pPr marL="3657475" algn="l" defTabSz="91436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graphicFrame>
        <p:nvGraphicFramePr>
          <p:cNvPr id="21" name="Object 20" hidden="1"/>
          <p:cNvGraphicFramePr>
            <a:graphicFrameLocks noChangeAspect="1"/>
          </p:cNvGraphicFramePr>
          <p:nvPr>
            <p:custDataLst>
              <p:tags r:id="rId13"/>
            </p:custDataLst>
          </p:nvPr>
        </p:nvGraphicFramePr>
        <p:xfrm>
          <a:off x="1589" y="1591"/>
          <a:ext cx="1588" cy="1587"/>
        </p:xfrm>
        <a:graphic>
          <a:graphicData uri="http://schemas.openxmlformats.org/presentationml/2006/ole">
            <mc:AlternateContent xmlns:mc="http://schemas.openxmlformats.org/markup-compatibility/2006">
              <mc:Choice xmlns:v="urn:schemas-microsoft-com:vml" Requires="v">
                <p:oleObj spid="_x0000_s11280" name="think-cell Slide" r:id="rId14" imgW="12700" imgH="12700" progId="TCLayout.ActiveDocument.1">
                  <p:embed/>
                </p:oleObj>
              </mc:Choice>
              <mc:Fallback>
                <p:oleObj name="think-cell Slide" r:id="rId14" imgW="12700" imgH="12700" progId="TCLayout.ActiveDocument.1">
                  <p:embed/>
                  <p:pic>
                    <p:nvPicPr>
                      <p:cNvPr id="21" name="Object 20" hidden="1"/>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89" y="1591"/>
                        <a:ext cx="1588"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e 1"/>
          <p:cNvGrpSpPr/>
          <p:nvPr userDrawn="1"/>
        </p:nvGrpSpPr>
        <p:grpSpPr>
          <a:xfrm>
            <a:off x="11501103" y="171573"/>
            <a:ext cx="419436" cy="388988"/>
            <a:chOff x="11501102" y="171573"/>
            <a:chExt cx="419436" cy="388988"/>
          </a:xfrm>
        </p:grpSpPr>
        <p:sp>
          <p:nvSpPr>
            <p:cNvPr id="4109" name="Freeform 13"/>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ln>
          </p:spPr>
          <p:txBody>
            <a:bodyPr vert="horz" wrap="square" lIns="91440" tIns="45720" rIns="91440" bIns="45720" numCol="1" anchor="t" anchorCtr="0" compatLnSpc="1"/>
            <a:lstStyle/>
            <a:p>
              <a:endParaRPr lang="en-GB" sz="1800"/>
            </a:p>
          </p:txBody>
        </p:sp>
        <p:sp>
          <p:nvSpPr>
            <p:cNvPr id="4110" name="Freeform 14"/>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ln>
          </p:spPr>
          <p:txBody>
            <a:bodyPr vert="horz" wrap="square" lIns="91440" tIns="45720" rIns="91440" bIns="45720" numCol="1" anchor="t" anchorCtr="0" compatLnSpc="1"/>
            <a:lstStyle/>
            <a:p>
              <a:endParaRPr lang="en-GB" sz="1800"/>
            </a:p>
          </p:txBody>
        </p:sp>
      </p:grpSp>
      <p:sp>
        <p:nvSpPr>
          <p:cNvPr id="7" name="Retângulo 43"/>
          <p:cNvSpPr/>
          <p:nvPr userDrawn="1"/>
        </p:nvSpPr>
        <p:spPr>
          <a:xfrm>
            <a:off x="11751671" y="6650664"/>
            <a:ext cx="176330" cy="123111"/>
          </a:xfrm>
          <a:prstGeom prst="rect">
            <a:avLst/>
          </a:prstGeom>
        </p:spPr>
        <p:txBody>
          <a:bodyPr wrap="none" lIns="0" tIns="0" rIns="0" bIns="0" anchor="ctr" anchorCtr="0">
            <a:spAutoFit/>
          </a:bodyPr>
          <a:lstStyle/>
          <a:p>
            <a:pPr algn="r"/>
            <a:fld id="{0502E5A9-B53C-401E-A0E0-4A359BB0A9E5}" type="slidenum">
              <a:rPr lang="en-US" sz="800" smtClean="0">
                <a:solidFill>
                  <a:schemeClr val="bg1">
                    <a:lumMod val="65000"/>
                  </a:schemeClr>
                </a:solidFill>
                <a:cs typeface="Arial" panose="020B0604020202020204" pitchFamily="34" charset="0"/>
              </a:rPr>
              <a:t>‹#›</a:t>
            </a:fld>
            <a:endParaRPr lang="en-US" sz="800" dirty="0">
              <a:solidFill>
                <a:schemeClr val="bg1">
                  <a:lumMod val="65000"/>
                </a:schemeClr>
              </a:solidFill>
              <a:cs typeface="Arial" panose="020B0604020202020204" pitchFamily="34" charset="0"/>
            </a:endParaRPr>
          </a:p>
        </p:txBody>
      </p:sp>
      <p:sp>
        <p:nvSpPr>
          <p:cNvPr id="6" name="Text Placeholder 7"/>
          <p:cNvSpPr txBox="1"/>
          <p:nvPr userDrawn="1"/>
        </p:nvSpPr>
        <p:spPr>
          <a:xfrm>
            <a:off x="9017225" y="6650663"/>
            <a:ext cx="2664297" cy="123111"/>
          </a:xfrm>
          <a:prstGeom prst="rect">
            <a:avLst/>
          </a:prstGeom>
        </p:spPr>
        <p:txBody>
          <a:bodyPr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indent="0" algn="r" defTabSz="914388" rtl="0" eaLnBrk="1" fontAlgn="auto" latinLnBrk="0" hangingPunct="1">
              <a:lnSpc>
                <a:spcPct val="100000"/>
              </a:lnSpc>
              <a:spcBef>
                <a:spcPts val="1000"/>
              </a:spcBef>
              <a:spcAft>
                <a:spcPts val="0"/>
              </a:spcAft>
              <a:buClrTx/>
              <a:buSzTx/>
              <a:buFont typeface="Arial" panose="020B0604020202020204" pitchFamily="34" charset="0"/>
              <a:buNone/>
              <a:defRPr/>
            </a:pPr>
            <a:r>
              <a:rPr lang="en-US" sz="800" dirty="0">
                <a:solidFill>
                  <a:schemeClr val="bg1">
                    <a:lumMod val="65000"/>
                  </a:schemeClr>
                </a:solidFill>
              </a:rPr>
              <a:t>© Capgemini 2017. All rights reserved  </a:t>
            </a:r>
            <a:r>
              <a:rPr lang="en-US" sz="800" dirty="0">
                <a:solidFill>
                  <a:schemeClr val="accent2"/>
                </a:solidFill>
              </a:rPr>
              <a:t>|</a:t>
            </a:r>
          </a:p>
        </p:txBody>
      </p:sp>
      <p:sp>
        <p:nvSpPr>
          <p:cNvPr id="8" name="Text Placeholder 7"/>
          <p:cNvSpPr txBox="1"/>
          <p:nvPr userDrawn="1"/>
        </p:nvSpPr>
        <p:spPr>
          <a:xfrm>
            <a:off x="227350" y="6650663"/>
            <a:ext cx="4716524" cy="123111"/>
          </a:xfrm>
          <a:prstGeom prst="rect">
            <a:avLst/>
          </a:prstGeom>
        </p:spPr>
        <p:txBody>
          <a:bodyPr wrap="none"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sz="800" dirty="0">
                <a:solidFill>
                  <a:schemeClr val="bg1">
                    <a:lumMod val="65000"/>
                  </a:schemeClr>
                </a:solidFill>
              </a:rPr>
              <a:t>Presentation Title | Author | Date</a:t>
            </a:r>
          </a:p>
        </p:txBody>
      </p:sp>
      <p:sp>
        <p:nvSpPr>
          <p:cNvPr id="4" name="Espace réservé du texte 3"/>
          <p:cNvSpPr>
            <a:spLocks noGrp="1"/>
          </p:cNvSpPr>
          <p:nvPr userDrawn="1">
            <p:ph type="body" idx="1"/>
          </p:nvPr>
        </p:nvSpPr>
        <p:spPr>
          <a:xfrm>
            <a:off x="227348" y="1815353"/>
            <a:ext cx="11700000" cy="4466201"/>
          </a:xfrm>
          <a:prstGeom prst="rect">
            <a:avLst/>
          </a:prstGeom>
        </p:spPr>
        <p:txBody>
          <a:bodyPr vert="horz" lIns="0" tIns="0" rIns="0" bIns="0" rtlCol="0">
            <a:normAutofit/>
          </a:body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9" name="Espace réservé du titre 8"/>
          <p:cNvSpPr>
            <a:spLocks noGrp="1"/>
          </p:cNvSpPr>
          <p:nvPr>
            <p:ph type="title"/>
          </p:nvPr>
        </p:nvSpPr>
        <p:spPr>
          <a:xfrm>
            <a:off x="227351" y="0"/>
            <a:ext cx="11125236" cy="1104900"/>
          </a:xfrm>
          <a:prstGeom prst="rect">
            <a:avLst/>
          </a:prstGeom>
        </p:spPr>
        <p:txBody>
          <a:bodyPr vert="horz" lIns="0" tIns="0" rIns="0" bIns="0" rtlCol="0" anchor="ctr">
            <a:noAutofit/>
          </a:bodyPr>
          <a:lstStyle/>
          <a:p>
            <a:pPr marL="0" marR="0" lvl="0" indent="0" algn="l" defTabSz="914388" rtl="0" eaLnBrk="1" fontAlgn="auto" latinLnBrk="0" hangingPunct="1">
              <a:lnSpc>
                <a:spcPct val="90000"/>
              </a:lnSpc>
              <a:spcBef>
                <a:spcPct val="0"/>
              </a:spcBef>
              <a:spcAft>
                <a:spcPts val="0"/>
              </a:spcAft>
              <a:buClrTx/>
              <a:buSzTx/>
              <a:buFontTx/>
              <a:buNone/>
              <a:defRPr/>
            </a:pPr>
            <a:r>
              <a:rPr lang="fr-FR" dirty="0"/>
              <a:t>Click to insert </a:t>
            </a:r>
            <a:r>
              <a:rPr lang="fr-FR" dirty="0" err="1"/>
              <a:t>title</a:t>
            </a:r>
            <a:endParaRPr lang="en-US" dirty="0"/>
          </a:p>
        </p:txBody>
      </p:sp>
    </p:spTree>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Lst>
  <p:txStyles>
    <p:titleStyle>
      <a:lvl1pPr marL="0" marR="0" indent="0" algn="l" defTabSz="914388" rtl="0" eaLnBrk="1" fontAlgn="auto" latinLnBrk="0" hangingPunct="1">
        <a:lnSpc>
          <a:spcPct val="90000"/>
        </a:lnSpc>
        <a:spcBef>
          <a:spcPct val="0"/>
        </a:spcBef>
        <a:spcAft>
          <a:spcPts val="0"/>
        </a:spcAft>
        <a:buClrTx/>
        <a:buSzTx/>
        <a:buFontTx/>
        <a:buNone/>
        <a:defRPr kumimoji="0" lang="en-US" sz="3000" b="0" i="0" u="none" strike="noStrike" kern="1200" cap="none" spc="0" normalizeH="0" baseline="0" noProof="0" dirty="0">
          <a:ln>
            <a:noFill/>
          </a:ln>
          <a:solidFill>
            <a:schemeClr val="accent1"/>
          </a:solidFill>
          <a:effectLst/>
          <a:uLnTx/>
          <a:uFillTx/>
          <a:latin typeface="+mj-lt"/>
          <a:ea typeface="+mj-ea"/>
          <a:cs typeface="+mj-cs"/>
        </a:defRPr>
      </a:lvl1pPr>
    </p:titleStyle>
    <p:bodyStyle>
      <a:lvl1pPr marL="0" indent="0" algn="l" defTabSz="914388" rtl="0" eaLnBrk="1" latinLnBrk="0" hangingPunct="1">
        <a:lnSpc>
          <a:spcPct val="90000"/>
        </a:lnSpc>
        <a:spcBef>
          <a:spcPts val="1000"/>
        </a:spcBef>
        <a:buFont typeface="Arial" panose="020B0604020202020204" pitchFamily="34" charset="0"/>
        <a:buNone/>
        <a:defRPr sz="2000" kern="1200">
          <a:solidFill>
            <a:schemeClr val="tx1"/>
          </a:solidFill>
          <a:latin typeface="+mj-lt"/>
          <a:ea typeface="+mn-ea"/>
          <a:cs typeface="+mn-cs"/>
        </a:defRPr>
      </a:lvl1pPr>
      <a:lvl2pPr marL="266696" indent="-177798" algn="l" defTabSz="914388" rtl="0" eaLnBrk="1" latinLnBrk="0" hangingPunct="1">
        <a:lnSpc>
          <a:spcPct val="90000"/>
        </a:lnSpc>
        <a:spcBef>
          <a:spcPts val="500"/>
        </a:spcBef>
        <a:buClr>
          <a:schemeClr val="accent1"/>
        </a:buClr>
        <a:buFont typeface="Wingdings" panose="05000000000000000000" pitchFamily="2" charset="2"/>
        <a:buChar char="§"/>
        <a:defRPr sz="1800" kern="1200">
          <a:solidFill>
            <a:schemeClr val="tx1"/>
          </a:solidFill>
          <a:latin typeface="+mj-lt"/>
          <a:ea typeface="+mn-ea"/>
          <a:cs typeface="+mn-cs"/>
        </a:defRPr>
      </a:lvl2pPr>
      <a:lvl3pPr marL="444496" indent="-177798" algn="l" defTabSz="914388" rtl="0" eaLnBrk="1" latinLnBrk="0" hangingPunct="1">
        <a:lnSpc>
          <a:spcPct val="90000"/>
        </a:lnSpc>
        <a:spcBef>
          <a:spcPts val="500"/>
        </a:spcBef>
        <a:buClr>
          <a:schemeClr val="accent2"/>
        </a:buClr>
        <a:buFont typeface="Arial" panose="020B0604020202020204" pitchFamily="34" charset="0"/>
        <a:buChar char="•"/>
        <a:defRPr sz="1600" kern="1200">
          <a:solidFill>
            <a:schemeClr val="tx1"/>
          </a:solidFill>
          <a:latin typeface="+mj-lt"/>
          <a:ea typeface="+mn-ea"/>
          <a:cs typeface="+mn-cs"/>
        </a:defRPr>
      </a:lvl3pPr>
      <a:lvl4pPr marL="622292" indent="-177798" algn="l" defTabSz="914388" rtl="0" eaLnBrk="1" latinLnBrk="0" hangingPunct="1">
        <a:lnSpc>
          <a:spcPct val="90000"/>
        </a:lnSpc>
        <a:spcBef>
          <a:spcPts val="500"/>
        </a:spcBef>
        <a:buClr>
          <a:schemeClr val="accent3"/>
        </a:buClr>
        <a:buFont typeface="Verdana" panose="020B0604030504040204" pitchFamily="34" charset="0"/>
        <a:buChar char="‒"/>
        <a:defRPr sz="1400" kern="1200">
          <a:solidFill>
            <a:schemeClr val="tx1"/>
          </a:solidFill>
          <a:latin typeface="+mj-lt"/>
          <a:ea typeface="+mn-ea"/>
          <a:cs typeface="+mn-cs"/>
        </a:defRPr>
      </a:lvl4pPr>
      <a:lvl5pPr marL="812790" indent="-190498" algn="l" defTabSz="914388" rtl="0" eaLnBrk="1" latinLnBrk="0" hangingPunct="1">
        <a:lnSpc>
          <a:spcPct val="90000"/>
        </a:lnSpc>
        <a:spcBef>
          <a:spcPts val="500"/>
        </a:spcBef>
        <a:buClr>
          <a:schemeClr val="accent5"/>
        </a:buClr>
        <a:buFont typeface="Arial" panose="020B0604020202020204" pitchFamily="34" charset="0"/>
        <a:buChar char="•"/>
        <a:defRPr sz="1400" kern="1200">
          <a:solidFill>
            <a:schemeClr val="tx1"/>
          </a:solidFill>
          <a:latin typeface="+mj-lt"/>
          <a:ea typeface="+mn-ea"/>
          <a:cs typeface="+mn-cs"/>
        </a:defRPr>
      </a:lvl5pPr>
      <a:lvl6pPr marL="2514569" indent="-228597" algn="l" defTabSz="914388"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63" indent="-228597" algn="l" defTabSz="914388"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57" indent="-228597" algn="l" defTabSz="914388"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51" indent="-228597" algn="l" defTabSz="914388"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388" rtl="0" eaLnBrk="1" latinLnBrk="0" hangingPunct="1">
        <a:defRPr sz="1800" kern="1200">
          <a:solidFill>
            <a:schemeClr val="tx1"/>
          </a:solidFill>
          <a:latin typeface="+mn-lt"/>
          <a:ea typeface="+mn-ea"/>
          <a:cs typeface="+mn-cs"/>
        </a:defRPr>
      </a:lvl1pPr>
      <a:lvl2pPr marL="457195" algn="l" defTabSz="914388" rtl="0" eaLnBrk="1" latinLnBrk="0" hangingPunct="1">
        <a:defRPr sz="1800" kern="1200">
          <a:solidFill>
            <a:schemeClr val="tx1"/>
          </a:solidFill>
          <a:latin typeface="+mn-lt"/>
          <a:ea typeface="+mn-ea"/>
          <a:cs typeface="+mn-cs"/>
        </a:defRPr>
      </a:lvl2pPr>
      <a:lvl3pPr marL="914388" algn="l" defTabSz="914388" rtl="0" eaLnBrk="1" latinLnBrk="0" hangingPunct="1">
        <a:defRPr sz="1800" kern="1200">
          <a:solidFill>
            <a:schemeClr val="tx1"/>
          </a:solidFill>
          <a:latin typeface="+mn-lt"/>
          <a:ea typeface="+mn-ea"/>
          <a:cs typeface="+mn-cs"/>
        </a:defRPr>
      </a:lvl3pPr>
      <a:lvl4pPr marL="1371583" algn="l" defTabSz="914388" rtl="0" eaLnBrk="1" latinLnBrk="0" hangingPunct="1">
        <a:defRPr sz="1800" kern="1200">
          <a:solidFill>
            <a:schemeClr val="tx1"/>
          </a:solidFill>
          <a:latin typeface="+mn-lt"/>
          <a:ea typeface="+mn-ea"/>
          <a:cs typeface="+mn-cs"/>
        </a:defRPr>
      </a:lvl4pPr>
      <a:lvl5pPr marL="1828777" algn="l" defTabSz="914388" rtl="0" eaLnBrk="1" latinLnBrk="0" hangingPunct="1">
        <a:defRPr sz="1800" kern="1200">
          <a:solidFill>
            <a:schemeClr val="tx1"/>
          </a:solidFill>
          <a:latin typeface="+mn-lt"/>
          <a:ea typeface="+mn-ea"/>
          <a:cs typeface="+mn-cs"/>
        </a:defRPr>
      </a:lvl5pPr>
      <a:lvl6pPr marL="2285972" algn="l" defTabSz="914388" rtl="0" eaLnBrk="1" latinLnBrk="0" hangingPunct="1">
        <a:defRPr sz="1800" kern="1200">
          <a:solidFill>
            <a:schemeClr val="tx1"/>
          </a:solidFill>
          <a:latin typeface="+mn-lt"/>
          <a:ea typeface="+mn-ea"/>
          <a:cs typeface="+mn-cs"/>
        </a:defRPr>
      </a:lvl6pPr>
      <a:lvl7pPr marL="2743166" algn="l" defTabSz="914388" rtl="0" eaLnBrk="1" latinLnBrk="0" hangingPunct="1">
        <a:defRPr sz="1800" kern="1200">
          <a:solidFill>
            <a:schemeClr val="tx1"/>
          </a:solidFill>
          <a:latin typeface="+mn-lt"/>
          <a:ea typeface="+mn-ea"/>
          <a:cs typeface="+mn-cs"/>
        </a:defRPr>
      </a:lvl7pPr>
      <a:lvl8pPr marL="3200360" algn="l" defTabSz="914388" rtl="0" eaLnBrk="1" latinLnBrk="0" hangingPunct="1">
        <a:defRPr sz="1800" kern="1200">
          <a:solidFill>
            <a:schemeClr val="tx1"/>
          </a:solidFill>
          <a:latin typeface="+mn-lt"/>
          <a:ea typeface="+mn-ea"/>
          <a:cs typeface="+mn-cs"/>
        </a:defRPr>
      </a:lvl8pPr>
      <a:lvl9pPr marL="3657555" algn="l" defTabSz="914388"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xml"/><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3"/>
          <p:cNvGraphicFramePr>
            <a:graphicFrameLocks noGrp="1"/>
          </p:cNvGraphicFramePr>
          <p:nvPr>
            <p:extLst>
              <p:ext uri="{D42A27DB-BD31-4B8C-83A1-F6EECF244321}">
                <p14:modId xmlns:p14="http://schemas.microsoft.com/office/powerpoint/2010/main" val="108016884"/>
              </p:ext>
            </p:extLst>
          </p:nvPr>
        </p:nvGraphicFramePr>
        <p:xfrm>
          <a:off x="9265605" y="1199561"/>
          <a:ext cx="2946127" cy="5071561"/>
        </p:xfrm>
        <a:graphic>
          <a:graphicData uri="http://schemas.openxmlformats.org/drawingml/2006/table">
            <a:tbl>
              <a:tblPr firstRow="1" bandRow="1">
                <a:tableStyleId>{0E3FDE45-AF77-4B5C-9715-49D594BDF05E}</a:tableStyleId>
              </a:tblPr>
              <a:tblGrid>
                <a:gridCol w="913197">
                  <a:extLst>
                    <a:ext uri="{9D8B030D-6E8A-4147-A177-3AD203B41FA5}">
                      <a16:colId xmlns:a16="http://schemas.microsoft.com/office/drawing/2014/main" val="20000"/>
                    </a:ext>
                  </a:extLst>
                </a:gridCol>
                <a:gridCol w="2032930">
                  <a:extLst>
                    <a:ext uri="{9D8B030D-6E8A-4147-A177-3AD203B41FA5}">
                      <a16:colId xmlns:a16="http://schemas.microsoft.com/office/drawing/2014/main" val="20001"/>
                    </a:ext>
                  </a:extLst>
                </a:gridCol>
              </a:tblGrid>
              <a:tr h="935596">
                <a:tc>
                  <a:txBody>
                    <a:bodyPr/>
                    <a:lstStyle/>
                    <a:p>
                      <a:r>
                        <a:rPr kumimoji="0" lang="en-US" sz="1100" b="0" i="0" u="none" strike="noStrike" kern="1200" cap="none" spc="0" normalizeH="0" baseline="0" dirty="0">
                          <a:ln>
                            <a:noFill/>
                          </a:ln>
                          <a:effectLst/>
                          <a:uLnTx/>
                          <a:uFillTx/>
                          <a:latin typeface="Verdana"/>
                          <a:ea typeface="+mn-ea"/>
                          <a:cs typeface="+mn-cs"/>
                        </a:rPr>
                        <a:t>Languages</a:t>
                      </a:r>
                    </a:p>
                  </a:txBody>
                  <a:tcPr/>
                </a:tc>
                <a:tc>
                  <a:txBody>
                    <a:bodyPr/>
                    <a:lstStyle/>
                    <a:p>
                      <a:r>
                        <a:rPr kumimoji="0" lang="en-US" sz="1100" b="0" i="0" u="none" strike="noStrike" kern="1200" cap="none" spc="0" normalizeH="0" baseline="0" dirty="0">
                          <a:ln>
                            <a:noFill/>
                          </a:ln>
                          <a:effectLst/>
                          <a:uLnTx/>
                          <a:uFillTx/>
                          <a:latin typeface="Verdana" panose="020B0604030504040204" pitchFamily="34" charset="0"/>
                          <a:ea typeface="Verdana" panose="020B0604030504040204" pitchFamily="34" charset="0"/>
                          <a:cs typeface="+mn-cs"/>
                        </a:rPr>
                        <a:t>C ,java- OOPS, Generics,</a:t>
                      </a:r>
                    </a:p>
                    <a:p>
                      <a:r>
                        <a:rPr kumimoji="0" lang="en-US" sz="1100" b="0" i="0" u="none" strike="noStrike" kern="1200" cap="none" spc="0" normalizeH="0" baseline="0" dirty="0">
                          <a:ln>
                            <a:noFill/>
                          </a:ln>
                          <a:effectLst/>
                          <a:uLnTx/>
                          <a:uFillTx/>
                          <a:latin typeface="Verdana" panose="020B0604030504040204" pitchFamily="34" charset="0"/>
                          <a:ea typeface="Verdana" panose="020B0604030504040204" pitchFamily="34" charset="0"/>
                          <a:cs typeface="+mn-cs"/>
                        </a:rPr>
                        <a:t>Collections,</a:t>
                      </a:r>
                    </a:p>
                    <a:p>
                      <a:r>
                        <a:rPr kumimoji="0" lang="en-US" sz="1100" b="0" i="0" u="none" strike="noStrike" kern="1200" cap="none" spc="0" normalizeH="0" baseline="0" dirty="0">
                          <a:ln>
                            <a:noFill/>
                          </a:ln>
                          <a:effectLst/>
                          <a:uLnTx/>
                          <a:uFillTx/>
                          <a:latin typeface="Verdana" panose="020B0604030504040204" pitchFamily="34" charset="0"/>
                          <a:ea typeface="Verdana" panose="020B0604030504040204" pitchFamily="34" charset="0"/>
                          <a:cs typeface="+mn-cs"/>
                        </a:rPr>
                        <a:t>Array, Loops , python-basics</a:t>
                      </a:r>
                    </a:p>
                  </a:txBody>
                  <a:tcPr/>
                </a:tc>
                <a:extLst>
                  <a:ext uri="{0D108BD9-81ED-4DB2-BD59-A6C34878D82A}">
                    <a16:rowId xmlns:a16="http://schemas.microsoft.com/office/drawing/2014/main" val="236619847"/>
                  </a:ext>
                </a:extLst>
              </a:tr>
              <a:tr h="568938">
                <a:tc>
                  <a:txBody>
                    <a:bodyPr/>
                    <a:lstStyle/>
                    <a:p>
                      <a:pPr lvl="0">
                        <a:buNone/>
                      </a:pPr>
                      <a:r>
                        <a:rPr kumimoji="0" lang="en-US" sz="1100" b="0" i="0" u="none" strike="noStrike" kern="1200" cap="none" spc="0" normalizeH="0" baseline="0" dirty="0">
                          <a:ln>
                            <a:noFill/>
                          </a:ln>
                          <a:effectLst/>
                          <a:uLnTx/>
                          <a:uFillTx/>
                          <a:latin typeface="Verdana"/>
                          <a:ea typeface="+mn-ea"/>
                          <a:cs typeface="+mn-cs"/>
                        </a:rPr>
                        <a:t>Backend technologies</a:t>
                      </a:r>
                    </a:p>
                  </a:txBody>
                  <a:tcPr/>
                </a:tc>
                <a:tc>
                  <a:txBody>
                    <a:bodyPr/>
                    <a:lstStyle/>
                    <a:p>
                      <a:pPr marL="0" lvl="1" indent="0" algn="l">
                        <a:buNone/>
                      </a:pPr>
                      <a:r>
                        <a:rPr lang="en-IN" sz="1100" dirty="0"/>
                        <a:t>Spring Boot/Spring Security REST-API NodeJS</a:t>
                      </a:r>
                      <a:endParaRPr kumimoji="0" lang="en-US" sz="1100" u="none" strike="noStrike" kern="1200" cap="none" spc="0" normalizeH="0" baseline="0" dirty="0">
                        <a:ln>
                          <a:noFill/>
                        </a:ln>
                        <a:solidFill>
                          <a:schemeClr val="tx1"/>
                        </a:solidFill>
                        <a:effectLst/>
                        <a:uLnTx/>
                        <a:uFillTx/>
                        <a:latin typeface="+mn-lt"/>
                        <a:ea typeface="+mn-ea"/>
                        <a:cs typeface="+mn-cs"/>
                      </a:endParaRPr>
                    </a:p>
                  </a:txBody>
                  <a:tcPr/>
                </a:tc>
                <a:extLst>
                  <a:ext uri="{0D108BD9-81ED-4DB2-BD59-A6C34878D82A}">
                    <a16:rowId xmlns:a16="http://schemas.microsoft.com/office/drawing/2014/main" val="2374906028"/>
                  </a:ext>
                </a:extLst>
              </a:tr>
              <a:tr h="729131">
                <a:tc>
                  <a:txBody>
                    <a:bodyPr/>
                    <a:lstStyle/>
                    <a:p>
                      <a:r>
                        <a:rPr kumimoji="0" lang="en-US" sz="1100" b="0" i="0" u="none" strike="noStrike" kern="1200" cap="none" spc="0" normalizeH="0" baseline="0" dirty="0">
                          <a:ln>
                            <a:noFill/>
                          </a:ln>
                          <a:effectLst/>
                          <a:uLnTx/>
                          <a:uFillTx/>
                          <a:latin typeface="Verdana"/>
                          <a:ea typeface="+mn-ea"/>
                          <a:cs typeface="+mn-cs"/>
                        </a:rPr>
                        <a:t>Database</a:t>
                      </a:r>
                    </a:p>
                  </a:txBody>
                  <a:tcPr/>
                </a:tc>
                <a:tc>
                  <a:txBody>
                    <a:bodyPr/>
                    <a:lstStyle/>
                    <a:p>
                      <a:r>
                        <a:rPr lang="en-US" sz="1100" b="0" i="0" u="none" strike="noStrike" kern="1200" cap="none" spc="0" normalizeH="0" baseline="0" dirty="0">
                          <a:ln>
                            <a:noFill/>
                          </a:ln>
                          <a:effectLst/>
                          <a:uLnTx/>
                          <a:uFillTx/>
                          <a:latin typeface="+mj-lt"/>
                          <a:ea typeface="+mn-ea"/>
                          <a:cs typeface="+mn-cs"/>
                        </a:rPr>
                        <a:t>Postgres sql </a:t>
                      </a:r>
                      <a:endParaRPr kumimoji="0" lang="en-US" sz="1100" b="0" i="0" u="none" strike="noStrike" kern="1200" cap="none" spc="0" normalizeH="0" baseline="0" dirty="0">
                        <a:ln>
                          <a:noFill/>
                        </a:ln>
                        <a:effectLst/>
                        <a:uLnTx/>
                        <a:uFillTx/>
                        <a:latin typeface="+mj-lt"/>
                        <a:ea typeface="+mn-ea"/>
                        <a:cs typeface="+mn-cs"/>
                      </a:endParaRPr>
                    </a:p>
                    <a:p>
                      <a:endParaRPr kumimoji="0" lang="en-US" sz="1100" b="0" i="0" u="none" strike="noStrike" kern="1200" cap="none" spc="0" normalizeH="0" baseline="0" dirty="0">
                        <a:ln>
                          <a:noFill/>
                        </a:ln>
                        <a:effectLst/>
                        <a:uLnTx/>
                        <a:uFillTx/>
                        <a:latin typeface="Verdana"/>
                        <a:ea typeface="+mn-ea"/>
                        <a:cs typeface="+mn-cs"/>
                      </a:endParaRPr>
                    </a:p>
                  </a:txBody>
                  <a:tcPr/>
                </a:tc>
                <a:extLst>
                  <a:ext uri="{0D108BD9-81ED-4DB2-BD59-A6C34878D82A}">
                    <a16:rowId xmlns:a16="http://schemas.microsoft.com/office/drawing/2014/main" val="10007"/>
                  </a:ext>
                </a:extLst>
              </a:tr>
              <a:tr h="729131">
                <a:tc>
                  <a:txBody>
                    <a:bodyPr/>
                    <a:lstStyle/>
                    <a:p>
                      <a:r>
                        <a:rPr kumimoji="0" lang="en-US" sz="1100" b="0" i="0" u="none" strike="noStrike" kern="1200" cap="none" spc="0" normalizeH="0" baseline="0" dirty="0">
                          <a:ln>
                            <a:noFill/>
                          </a:ln>
                          <a:effectLst/>
                          <a:uLnTx/>
                          <a:uFillTx/>
                          <a:latin typeface="Verdana"/>
                          <a:ea typeface="+mn-ea"/>
                          <a:cs typeface="+mn-cs"/>
                        </a:rPr>
                        <a:t>Angular</a:t>
                      </a:r>
                    </a:p>
                  </a:txBody>
                  <a:tcPr/>
                </a:tc>
                <a:tc>
                  <a:txBody>
                    <a:bodyPr/>
                    <a:lstStyle/>
                    <a:p>
                      <a:pPr marL="0" marR="0" lvl="0" indent="0" algn="l" defTabSz="914388" rtl="0" eaLnBrk="1" fontAlgn="auto" latinLnBrk="0" hangingPunct="1">
                        <a:lnSpc>
                          <a:spcPct val="100000"/>
                        </a:lnSpc>
                        <a:spcBef>
                          <a:spcPts val="0"/>
                        </a:spcBef>
                        <a:spcAft>
                          <a:spcPts val="0"/>
                        </a:spcAft>
                        <a:buClrTx/>
                        <a:buSzTx/>
                        <a:buFontTx/>
                        <a:buNone/>
                        <a:tabLst/>
                        <a:defRPr/>
                      </a:pPr>
                      <a:r>
                        <a:rPr lang="en-US" sz="1100" b="0" i="0" u="none" strike="noStrike" dirty="0">
                          <a:solidFill>
                            <a:schemeClr val="tx2"/>
                          </a:solidFill>
                          <a:effectLst/>
                          <a:latin typeface="+mj-lt"/>
                        </a:rPr>
                        <a:t>Components, Hooks, Virtual DOM, Routing, Forms &amp; Validation</a:t>
                      </a:r>
                      <a:r>
                        <a:rPr lang="en-US" sz="1100" b="0" i="0" dirty="0">
                          <a:solidFill>
                            <a:srgbClr val="000000"/>
                          </a:solidFill>
                          <a:effectLst/>
                          <a:latin typeface="+mj-lt"/>
                        </a:rPr>
                        <a:t>​</a:t>
                      </a:r>
                    </a:p>
                    <a:p>
                      <a:endParaRPr kumimoji="0" lang="en-US" sz="1100" b="0" i="0" u="none" strike="noStrike" kern="1200" cap="none" spc="0" normalizeH="0" baseline="0" dirty="0">
                        <a:ln>
                          <a:noFill/>
                        </a:ln>
                        <a:effectLst/>
                        <a:uLnTx/>
                        <a:uFillTx/>
                        <a:latin typeface="Verdana"/>
                        <a:ea typeface="+mn-ea"/>
                        <a:cs typeface="+mn-cs"/>
                      </a:endParaRPr>
                    </a:p>
                  </a:txBody>
                  <a:tcPr/>
                </a:tc>
                <a:extLst>
                  <a:ext uri="{0D108BD9-81ED-4DB2-BD59-A6C34878D82A}">
                    <a16:rowId xmlns:a16="http://schemas.microsoft.com/office/drawing/2014/main" val="2342645640"/>
                  </a:ext>
                </a:extLst>
              </a:tr>
              <a:tr h="726983">
                <a:tc>
                  <a:txBody>
                    <a:bodyPr/>
                    <a:lstStyle/>
                    <a:p>
                      <a:r>
                        <a:rPr lang="en-IN" sz="1100" b="0" i="0" kern="1200" dirty="0">
                          <a:solidFill>
                            <a:schemeClr val="tx1"/>
                          </a:solidFill>
                          <a:effectLst/>
                          <a:latin typeface="+mn-lt"/>
                          <a:ea typeface="+mn-ea"/>
                          <a:cs typeface="+mn-cs"/>
                        </a:rPr>
                        <a:t>Web</a:t>
                      </a:r>
                    </a:p>
                    <a:p>
                      <a:r>
                        <a:rPr lang="en-IN" sz="1100" b="0" i="0" kern="1200" dirty="0">
                          <a:solidFill>
                            <a:schemeClr val="tx1"/>
                          </a:solidFill>
                          <a:effectLst/>
                          <a:latin typeface="+mn-lt"/>
                          <a:ea typeface="+mn-ea"/>
                          <a:cs typeface="+mn-cs"/>
                        </a:rPr>
                        <a:t>Technology</a:t>
                      </a:r>
                      <a:endParaRPr kumimoji="0" lang="en-US" sz="1100" b="0" i="0" u="none" strike="noStrike" kern="1200" cap="none" spc="0" normalizeH="0" baseline="0" dirty="0">
                        <a:ln>
                          <a:noFill/>
                        </a:ln>
                        <a:effectLst/>
                        <a:uLnTx/>
                        <a:uFillTx/>
                        <a:latin typeface="Verdana"/>
                        <a:ea typeface="+mn-ea"/>
                        <a:cs typeface="+mn-cs"/>
                      </a:endParaRPr>
                    </a:p>
                  </a:txBody>
                  <a:tcPr/>
                </a:tc>
                <a:tc>
                  <a:txBody>
                    <a:bodyPr/>
                    <a:lstStyle/>
                    <a:p>
                      <a:pPr marL="0" lvl="1" indent="0" algn="l" rtl="0" eaLnBrk="1" latinLnBrk="0" hangingPunct="1">
                        <a:buFont typeface="Arial" panose="020B0604020202020204" pitchFamily="34" charset="0"/>
                        <a:buNone/>
                      </a:pPr>
                      <a:r>
                        <a:rPr kumimoji="0" lang="en-US" sz="1100" u="none" strike="noStrike" kern="1200" cap="none" spc="0" normalizeH="0" baseline="0" dirty="0">
                          <a:ln>
                            <a:noFill/>
                          </a:ln>
                          <a:solidFill>
                            <a:schemeClr val="tx1"/>
                          </a:solidFill>
                          <a:effectLst/>
                          <a:uLnTx/>
                          <a:uFillTx/>
                          <a:latin typeface="+mn-lt"/>
                          <a:ea typeface="+mn-ea"/>
                          <a:cs typeface="+mn-cs"/>
                        </a:rPr>
                        <a:t>HTML5  &amp; CSS3 and </a:t>
                      </a:r>
                      <a:r>
                        <a:rPr kumimoji="0" lang="en-IN" sz="1100" u="none" strike="noStrike" kern="1200" cap="none" spc="0" normalizeH="0" baseline="0" dirty="0">
                          <a:ln>
                            <a:noFill/>
                          </a:ln>
                          <a:solidFill>
                            <a:schemeClr val="tx1"/>
                          </a:solidFill>
                          <a:effectLst/>
                          <a:uLnTx/>
                          <a:uFillTx/>
                          <a:latin typeface="+mn-lt"/>
                          <a:ea typeface="+mn-ea"/>
                          <a:cs typeface="+mn-cs"/>
                        </a:rPr>
                        <a:t>JavaScript, Typescript, Bootstrap</a:t>
                      </a:r>
                      <a:endParaRPr kumimoji="0" lang="en-US" sz="1100" u="none" strike="noStrike" kern="1200" cap="none" spc="0" normalizeH="0" baseline="0" dirty="0">
                        <a:ln>
                          <a:noFill/>
                        </a:ln>
                        <a:solidFill>
                          <a:schemeClr val="tx1"/>
                        </a:solidFill>
                        <a:effectLst/>
                        <a:uLnTx/>
                        <a:uFillTx/>
                        <a:latin typeface="+mn-lt"/>
                        <a:ea typeface="+mn-ea"/>
                        <a:cs typeface="+mn-cs"/>
                      </a:endParaRPr>
                    </a:p>
                  </a:txBody>
                  <a:tcPr/>
                </a:tc>
                <a:extLst>
                  <a:ext uri="{0D108BD9-81ED-4DB2-BD59-A6C34878D82A}">
                    <a16:rowId xmlns:a16="http://schemas.microsoft.com/office/drawing/2014/main" val="10008"/>
                  </a:ext>
                </a:extLst>
              </a:tr>
              <a:tr h="729131">
                <a:tc>
                  <a:txBody>
                    <a:bodyPr/>
                    <a:lstStyle/>
                    <a:p>
                      <a:r>
                        <a:rPr kumimoji="0" lang="en-US" sz="1100" b="0" i="0" u="none" strike="noStrike" kern="1200" cap="none" spc="0" normalizeH="0" baseline="0" dirty="0">
                          <a:ln>
                            <a:noFill/>
                          </a:ln>
                          <a:effectLst/>
                          <a:uLnTx/>
                          <a:uFillTx/>
                          <a:latin typeface="Verdana"/>
                          <a:ea typeface="+mn-ea"/>
                          <a:cs typeface="+mn-cs"/>
                        </a:rPr>
                        <a:t>Tools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dirty="0">
                          <a:ln>
                            <a:noFill/>
                          </a:ln>
                          <a:solidFill>
                            <a:prstClr val="black"/>
                          </a:solidFill>
                          <a:effectLst/>
                          <a:uLnTx/>
                          <a:uFillTx/>
                          <a:latin typeface="Verdana" panose="020B0604030504040204" pitchFamily="34" charset="0"/>
                          <a:ea typeface="+mn-ea"/>
                          <a:cs typeface="+mn-cs"/>
                        </a:rPr>
                        <a:t>Git, Postman, Swagger, Visual Studio code, Gradle</a:t>
                      </a:r>
                    </a:p>
                  </a:txBody>
                  <a:tcPr/>
                </a:tc>
                <a:extLst>
                  <a:ext uri="{0D108BD9-81ED-4DB2-BD59-A6C34878D82A}">
                    <a16:rowId xmlns:a16="http://schemas.microsoft.com/office/drawing/2014/main" val="10009"/>
                  </a:ext>
                </a:extLst>
              </a:tr>
              <a:tr h="555255">
                <a:tc>
                  <a:txBody>
                    <a:bodyPr/>
                    <a:lstStyle/>
                    <a:p>
                      <a:r>
                        <a:rPr kumimoji="0" lang="en-US" sz="1100" b="0" i="0" u="none" strike="noStrike" kern="1200" cap="none" spc="0" normalizeH="0" baseline="0" dirty="0">
                          <a:ln>
                            <a:noFill/>
                          </a:ln>
                          <a:effectLst/>
                          <a:uLnTx/>
                          <a:uFillTx/>
                          <a:latin typeface="Verdana"/>
                          <a:ea typeface="+mn-ea"/>
                          <a:cs typeface="+mn-cs"/>
                        </a:rPr>
                        <a:t>Add On skills</a:t>
                      </a:r>
                    </a:p>
                  </a:txBody>
                  <a:tcPr/>
                </a:tc>
                <a:tc>
                  <a:txBody>
                    <a:bodyPr/>
                    <a:lstStyle/>
                    <a:p>
                      <a:r>
                        <a:rPr kumimoji="0" lang="en-US" sz="1100" b="0" i="0" u="none" strike="noStrike" kern="1200" cap="none" spc="0" normalizeH="0" baseline="0" dirty="0">
                          <a:ln>
                            <a:noFill/>
                          </a:ln>
                          <a:effectLst/>
                          <a:uLnTx/>
                          <a:uFillTx/>
                          <a:latin typeface="Arial" panose="020B0604020202020204" pitchFamily="34" charset="0"/>
                          <a:ea typeface="+mn-ea"/>
                          <a:cs typeface="Arial" panose="020B0604020202020204" pitchFamily="34" charset="0"/>
                        </a:rPr>
                        <a:t>Self Learning,</a:t>
                      </a:r>
                      <a:r>
                        <a:rPr lang="en-US" sz="1100" b="0" i="0" u="none" strike="noStrike" kern="1200" dirty="0">
                          <a:solidFill>
                            <a:schemeClr val="tx1"/>
                          </a:solidFill>
                          <a:effectLst/>
                          <a:latin typeface="Arial" panose="020B0604020202020204" pitchFamily="34" charset="0"/>
                          <a:ea typeface="+mn-ea"/>
                          <a:cs typeface="Arial" panose="020B0604020202020204" pitchFamily="34" charset="0"/>
                        </a:rPr>
                        <a:t> Communication Skills, Team Management</a:t>
                      </a:r>
                      <a:endParaRPr kumimoji="0" lang="en-US" sz="1100" b="0" i="0" u="none" strike="noStrike" kern="1200" cap="none" spc="0" normalizeH="0" baseline="0" dirty="0">
                        <a:ln>
                          <a:noFill/>
                        </a:ln>
                        <a:effectLst/>
                        <a:uLnTx/>
                        <a:uFillTx/>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0010"/>
                  </a:ext>
                </a:extLst>
              </a:tr>
            </a:tbl>
          </a:graphicData>
        </a:graphic>
      </p:graphicFrame>
      <p:sp>
        <p:nvSpPr>
          <p:cNvPr id="7171" name="Text Placeholder 21"/>
          <p:cNvSpPr>
            <a:spLocks noGrp="1"/>
          </p:cNvSpPr>
          <p:nvPr>
            <p:ph type="body" sz="quarter" idx="42"/>
          </p:nvPr>
        </p:nvSpPr>
        <p:spPr>
          <a:xfrm>
            <a:off x="2463800" y="735583"/>
            <a:ext cx="6056312" cy="322262"/>
          </a:xfrm>
        </p:spPr>
        <p:txBody>
          <a:bodyPr/>
          <a:lstStyle/>
          <a:p>
            <a:pPr fontAlgn="base">
              <a:spcBef>
                <a:spcPct val="0"/>
              </a:spcBef>
            </a:pPr>
            <a:r>
              <a:rPr lang="nl-NL" altLang="nl-NL" dirty="0"/>
              <a:t>Analyst/Software Engineer</a:t>
            </a:r>
          </a:p>
        </p:txBody>
      </p:sp>
      <p:sp>
        <p:nvSpPr>
          <p:cNvPr id="7172" name="Text Placeholder 22"/>
          <p:cNvSpPr>
            <a:spLocks noGrp="1"/>
          </p:cNvSpPr>
          <p:nvPr>
            <p:ph type="body" sz="quarter" idx="43"/>
          </p:nvPr>
        </p:nvSpPr>
        <p:spPr>
          <a:xfrm>
            <a:off x="3649665" y="1355092"/>
            <a:ext cx="2374900" cy="203200"/>
          </a:xfrm>
        </p:spPr>
        <p:txBody>
          <a:bodyPr vert="horz" lIns="0" tIns="0" rIns="0" bIns="0" rtlCol="0" anchor="t">
            <a:noAutofit/>
          </a:bodyPr>
          <a:lstStyle/>
          <a:p>
            <a:pPr eaLnBrk="1" hangingPunct="1"/>
            <a:r>
              <a:rPr lang="nl-NL" altLang="nl-NL" dirty="0">
                <a:ea typeface="Verdana"/>
              </a:rPr>
              <a:t>Mumbai</a:t>
            </a:r>
            <a:endParaRPr lang="nl-NL" altLang="nl-NL" dirty="0"/>
          </a:p>
          <a:p>
            <a:pPr eaLnBrk="1" hangingPunct="1"/>
            <a:endParaRPr lang="nl-NL" altLang="nl-NL" dirty="0"/>
          </a:p>
        </p:txBody>
      </p:sp>
      <p:sp>
        <p:nvSpPr>
          <p:cNvPr id="7173" name="Text Placeholder 24"/>
          <p:cNvSpPr>
            <a:spLocks noGrp="1"/>
          </p:cNvSpPr>
          <p:nvPr>
            <p:ph type="body" sz="quarter" idx="47"/>
          </p:nvPr>
        </p:nvSpPr>
        <p:spPr>
          <a:xfrm>
            <a:off x="3276723" y="1561517"/>
            <a:ext cx="2725319" cy="322263"/>
          </a:xfrm>
        </p:spPr>
        <p:txBody>
          <a:bodyPr vert="horz" lIns="0" tIns="0" rIns="0" bIns="0" rtlCol="0" anchor="t">
            <a:noAutofit/>
          </a:bodyPr>
          <a:lstStyle/>
          <a:p>
            <a:r>
              <a:rPr lang="en-IN" altLang="nl-NL" sz="1400" dirty="0">
                <a:solidFill>
                  <a:schemeClr val="accent1">
                    <a:lumMod val="40000"/>
                    <a:lumOff val="60000"/>
                  </a:schemeClr>
                </a:solidFill>
                <a:latin typeface="Roboto" panose="020B0604020202020204" pitchFamily="2" charset="0"/>
              </a:rPr>
              <a:t>venkatesh.e.k@capgemini.com</a:t>
            </a:r>
            <a:endParaRPr lang="nl-NL" altLang="nl-NL" sz="1400" dirty="0">
              <a:solidFill>
                <a:schemeClr val="accent1">
                  <a:lumMod val="40000"/>
                  <a:lumOff val="60000"/>
                </a:schemeClr>
              </a:solidFill>
            </a:endParaRPr>
          </a:p>
        </p:txBody>
      </p:sp>
      <p:sp>
        <p:nvSpPr>
          <p:cNvPr id="7174" name="Text Placeholder 25"/>
          <p:cNvSpPr>
            <a:spLocks noGrp="1"/>
          </p:cNvSpPr>
          <p:nvPr>
            <p:ph type="body" sz="quarter" idx="48"/>
          </p:nvPr>
        </p:nvSpPr>
        <p:spPr>
          <a:xfrm>
            <a:off x="3352486" y="1828483"/>
            <a:ext cx="2382837" cy="330200"/>
          </a:xfrm>
        </p:spPr>
        <p:txBody>
          <a:bodyPr vert="horz" lIns="0" tIns="0" rIns="0" bIns="0" rtlCol="0" anchor="t">
            <a:noAutofit/>
          </a:bodyPr>
          <a:lstStyle/>
          <a:p>
            <a:pPr eaLnBrk="1" hangingPunct="1"/>
            <a:r>
              <a:rPr lang="nl-NL" altLang="nl-NL" dirty="0"/>
              <a:t>+91 7780796045</a:t>
            </a:r>
            <a:endParaRPr lang="en-US" altLang="nl-NL" dirty="0"/>
          </a:p>
        </p:txBody>
      </p:sp>
      <p:sp>
        <p:nvSpPr>
          <p:cNvPr id="7175" name="Text Placeholder 26"/>
          <p:cNvSpPr>
            <a:spLocks noGrp="1"/>
          </p:cNvSpPr>
          <p:nvPr>
            <p:ph type="body" sz="quarter" idx="50"/>
          </p:nvPr>
        </p:nvSpPr>
        <p:spPr>
          <a:xfrm>
            <a:off x="335056" y="2823109"/>
            <a:ext cx="3978347" cy="3744379"/>
          </a:xfrm>
        </p:spPr>
        <p:txBody>
          <a:bodyPr vert="horz" lIns="0" tIns="0" rIns="0" bIns="0" rtlCol="0" anchor="t">
            <a:noAutofit/>
          </a:bodyPr>
          <a:lstStyle/>
          <a:p>
            <a:pPr marL="342900" lvl="0" indent="-342900" algn="just">
              <a:lnSpc>
                <a:spcPct val="107000"/>
              </a:lnSpc>
              <a:buFont typeface="Symbol" panose="05050102010706020507" pitchFamily="18" charset="2"/>
              <a:buChar char=""/>
            </a:pPr>
            <a:r>
              <a:rPr lang="en-IN" sz="1400" dirty="0">
                <a:effectLst/>
                <a:latin typeface="Calibri" panose="020F0502020204030204" pitchFamily="34" charset="0"/>
                <a:ea typeface="Calibri" panose="020F0502020204030204" pitchFamily="34" charset="0"/>
                <a:cs typeface="Times New Roman" panose="02020603050405020304" pitchFamily="18" charset="0"/>
              </a:rPr>
              <a:t>A self-driven learner with Front End and Back End knowledge. Passionate about implementing and launching new projects.</a:t>
            </a:r>
          </a:p>
          <a:p>
            <a:pPr marL="342900" lvl="0" indent="-342900" algn="just">
              <a:lnSpc>
                <a:spcPct val="107000"/>
              </a:lnSpc>
              <a:spcAft>
                <a:spcPts val="800"/>
              </a:spcAft>
              <a:buFont typeface="Symbol" panose="05050102010706020507" pitchFamily="18" charset="2"/>
              <a:buChar char=""/>
            </a:pPr>
            <a:r>
              <a:rPr lang="en-IN" sz="1400" dirty="0">
                <a:effectLst/>
                <a:latin typeface="Calibri" panose="020F0502020204030204" pitchFamily="34" charset="0"/>
                <a:ea typeface="Calibri" panose="020F0502020204030204" pitchFamily="34" charset="0"/>
                <a:cs typeface="Times New Roman" panose="02020603050405020304" pitchFamily="18" charset="0"/>
              </a:rPr>
              <a:t>Ready to learn new technologies and Frameworks and implement them to further improve my knowledge.</a:t>
            </a:r>
          </a:p>
          <a:p>
            <a:pPr marL="285750" indent="-285750">
              <a:buFont typeface="Arial" panose="020B0604020202020204" pitchFamily="34" charset="0"/>
              <a:buChar char="•"/>
            </a:pPr>
            <a:r>
              <a:rPr lang="en-IN" sz="1400" dirty="0">
                <a:effectLst/>
                <a:latin typeface="Calibri" panose="020F0502020204030204" pitchFamily="34" charset="0"/>
                <a:ea typeface="Calibri" panose="020F0502020204030204" pitchFamily="34" charset="0"/>
                <a:cs typeface="Times New Roman" panose="02020603050405020304" pitchFamily="18" charset="0"/>
              </a:rPr>
              <a:t>A team player with good communication skill always ready to work for the enrichment of knowledge.</a:t>
            </a:r>
            <a:endParaRPr lang="en-US" altLang="nl-NL" sz="1400" dirty="0">
              <a:ea typeface="Verdana"/>
            </a:endParaRPr>
          </a:p>
        </p:txBody>
      </p:sp>
      <p:sp>
        <p:nvSpPr>
          <p:cNvPr id="7178" name="Text Placeholder 1"/>
          <p:cNvSpPr>
            <a:spLocks noGrp="1"/>
          </p:cNvSpPr>
          <p:nvPr>
            <p:ph type="body" sz="quarter" idx="41"/>
          </p:nvPr>
        </p:nvSpPr>
        <p:spPr>
          <a:xfrm>
            <a:off x="2463800" y="239142"/>
            <a:ext cx="6223000" cy="306387"/>
          </a:xfrm>
        </p:spPr>
        <p:txBody>
          <a:bodyPr vert="horz" lIns="0" tIns="0" rIns="0" bIns="0" rtlCol="0" anchor="t">
            <a:noAutofit/>
          </a:bodyPr>
          <a:lstStyle/>
          <a:p>
            <a:r>
              <a:rPr lang="en-US" altLang="en-IN" dirty="0">
                <a:ea typeface="Verdana"/>
              </a:rPr>
              <a:t>Venkatesh Kurva</a:t>
            </a:r>
            <a:endParaRPr lang="en-US" altLang="en-IN" dirty="0"/>
          </a:p>
        </p:txBody>
      </p:sp>
      <p:sp>
        <p:nvSpPr>
          <p:cNvPr id="7183" name="Text Placeholder 25"/>
          <p:cNvSpPr txBox="1">
            <a:spLocks noChangeArrowheads="1"/>
          </p:cNvSpPr>
          <p:nvPr/>
        </p:nvSpPr>
        <p:spPr bwMode="white">
          <a:xfrm>
            <a:off x="3076580" y="1978187"/>
            <a:ext cx="2381251" cy="4375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lnSpc>
                <a:spcPts val="2200"/>
              </a:lnSpc>
              <a:spcAft>
                <a:spcPts val="600"/>
              </a:spcAft>
              <a:buFont typeface="Arial" panose="020B0604020202020204" pitchFamily="34" charset="0"/>
              <a:defRPr>
                <a:solidFill>
                  <a:schemeClr val="tx1"/>
                </a:solidFill>
                <a:latin typeface="Verdana" panose="020B0604030504040204" pitchFamily="34" charset="0"/>
              </a:defRPr>
            </a:lvl1pPr>
            <a:lvl2pPr marL="233680" indent="-228600">
              <a:lnSpc>
                <a:spcPts val="2000"/>
              </a:lnSpc>
              <a:spcAft>
                <a:spcPts val="600"/>
              </a:spcAft>
              <a:buClr>
                <a:schemeClr val="accent1"/>
              </a:buClr>
              <a:buFont typeface="Wingdings" panose="05000000000000000000" pitchFamily="2" charset="2"/>
              <a:buChar char="§"/>
              <a:defRPr sz="1600">
                <a:solidFill>
                  <a:schemeClr val="tx1"/>
                </a:solidFill>
                <a:latin typeface="Verdana" panose="020B0604030504040204" pitchFamily="34" charset="0"/>
              </a:defRPr>
            </a:lvl2pPr>
            <a:lvl3pPr marL="457200" indent="-224155">
              <a:lnSpc>
                <a:spcPts val="1600"/>
              </a:lnSpc>
              <a:spcAft>
                <a:spcPts val="600"/>
              </a:spcAft>
              <a:buClr>
                <a:schemeClr val="accent1"/>
              </a:buClr>
              <a:buFont typeface="Arial" panose="020B0604020202020204" pitchFamily="34" charset="0"/>
              <a:buChar char="•"/>
              <a:defRPr sz="1400">
                <a:solidFill>
                  <a:schemeClr val="tx1"/>
                </a:solidFill>
                <a:latin typeface="Verdana" panose="020B0604030504040204" pitchFamily="34" charset="0"/>
              </a:defRPr>
            </a:lvl3pPr>
            <a:lvl4pPr marL="690880" indent="-233680">
              <a:lnSpc>
                <a:spcPct val="90000"/>
              </a:lnSpc>
              <a:spcAft>
                <a:spcPts val="600"/>
              </a:spcAft>
              <a:buClr>
                <a:schemeClr val="accent1"/>
              </a:buClr>
              <a:buFont typeface="Arial" panose="020B0604020202020204" pitchFamily="34" charset="0"/>
              <a:buChar char="‒"/>
              <a:defRPr sz="1200">
                <a:solidFill>
                  <a:schemeClr val="tx1"/>
                </a:solidFill>
                <a:latin typeface="Verdana" panose="020B0604030504040204" pitchFamily="34" charset="0"/>
              </a:defRPr>
            </a:lvl4pPr>
            <a:lvl5pPr marL="2057400" indent="-228600">
              <a:lnSpc>
                <a:spcPct val="90000"/>
              </a:lnSpc>
              <a:spcBef>
                <a:spcPts val="500"/>
              </a:spcBef>
              <a:buFont typeface="Arial" panose="020B0604020202020204" pitchFamily="34" charset="0"/>
              <a:buChar char="•"/>
              <a:defRPr sz="1400">
                <a:solidFill>
                  <a:schemeClr val="tx1"/>
                </a:solidFill>
                <a:latin typeface="Verdana" panose="020B060403050404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9pPr>
          </a:lstStyle>
          <a:p>
            <a:pPr defTabSz="914368">
              <a:defRPr/>
            </a:pPr>
            <a:r>
              <a:rPr lang="nl-NL" altLang="nl-NL" sz="1100">
                <a:solidFill>
                  <a:srgbClr val="FFFFFF"/>
                </a:solidFill>
              </a:rPr>
              <a:t>A4</a:t>
            </a:r>
          </a:p>
        </p:txBody>
      </p:sp>
      <p:sp>
        <p:nvSpPr>
          <p:cNvPr id="5" name="Rectangle 4"/>
          <p:cNvSpPr/>
          <p:nvPr/>
        </p:nvSpPr>
        <p:spPr>
          <a:xfrm>
            <a:off x="9256080" y="561476"/>
            <a:ext cx="2540635" cy="425950"/>
          </a:xfrm>
          <a:prstGeom prst="rect">
            <a:avLst/>
          </a:prstGeom>
        </p:spPr>
        <p:txBody>
          <a:bodyPr wrap="square" lIns="91440" tIns="45720" rIns="91440" bIns="45720" anchor="t">
            <a:spAutoFit/>
          </a:bodyPr>
          <a:lstStyle/>
          <a:p>
            <a:pPr>
              <a:lnSpc>
                <a:spcPct val="114000"/>
              </a:lnSpc>
              <a:defRPr/>
            </a:pPr>
            <a:r>
              <a:rPr lang="en-US" altLang="nl-NL" sz="1000" dirty="0">
                <a:latin typeface="Verdana"/>
                <a:ea typeface="Verdana"/>
              </a:rPr>
              <a:t>Bachelor of  Technology, Computer Science  : 2017 - 2021</a:t>
            </a:r>
          </a:p>
        </p:txBody>
      </p:sp>
      <p:sp>
        <p:nvSpPr>
          <p:cNvPr id="6" name="Rectangle 5"/>
          <p:cNvSpPr/>
          <p:nvPr/>
        </p:nvSpPr>
        <p:spPr>
          <a:xfrm>
            <a:off x="9241795" y="939802"/>
            <a:ext cx="937895" cy="246221"/>
          </a:xfrm>
          <a:prstGeom prst="rect">
            <a:avLst/>
          </a:prstGeom>
        </p:spPr>
        <p:txBody>
          <a:bodyPr wrap="square">
            <a:spAutoFit/>
          </a:bodyPr>
          <a:lstStyle/>
          <a:p>
            <a:pPr defTabSz="914368">
              <a:defRPr/>
            </a:pPr>
            <a:r>
              <a:rPr lang="en-US" altLang="nl-NL" sz="1000" b="1" dirty="0">
                <a:solidFill>
                  <a:srgbClr val="0070AD"/>
                </a:solidFill>
                <a:latin typeface="Verdana" panose="020B0604030504040204" pitchFamily="34" charset="0"/>
              </a:rPr>
              <a:t>Skills</a:t>
            </a:r>
            <a:endParaRPr lang="en-US" sz="1000" dirty="0">
              <a:solidFill>
                <a:prstClr val="black"/>
              </a:solidFill>
              <a:latin typeface="Verdana" panose="020B0604030504040204"/>
            </a:endParaRPr>
          </a:p>
        </p:txBody>
      </p:sp>
      <p:sp>
        <p:nvSpPr>
          <p:cNvPr id="10" name="Text Placeholder 26">
            <a:extLst>
              <a:ext uri="{FF2B5EF4-FFF2-40B4-BE49-F238E27FC236}">
                <a16:creationId xmlns:a16="http://schemas.microsoft.com/office/drawing/2014/main" id="{6DF1FD2B-013E-9F9C-CED8-35E68C6AAB5E}"/>
              </a:ext>
            </a:extLst>
          </p:cNvPr>
          <p:cNvSpPr txBox="1">
            <a:spLocks/>
          </p:cNvSpPr>
          <p:nvPr/>
        </p:nvSpPr>
        <p:spPr>
          <a:xfrm>
            <a:off x="4640820" y="2410529"/>
            <a:ext cx="3958077" cy="3677200"/>
          </a:xfrm>
          <a:prstGeom prst="rect">
            <a:avLst/>
          </a:prstGeom>
        </p:spPr>
        <p:txBody>
          <a:bodyPr vert="horz" lIns="0" tIns="0" rIns="0" bIns="0" rtlCol="0" anchor="t">
            <a:noAutofit/>
          </a:bodyPr>
          <a:lstStyle>
            <a:lvl1pPr marL="0" indent="0" algn="l" defTabSz="914400" rtl="0" eaLnBrk="1" latinLnBrk="0" hangingPunct="1">
              <a:lnSpc>
                <a:spcPct val="114000"/>
              </a:lnSpc>
              <a:spcBef>
                <a:spcPts val="1000"/>
              </a:spcBef>
              <a:buFont typeface="Arial" panose="020B0604020202020204" pitchFamily="34" charset="0"/>
              <a:buNone/>
              <a:defRPr sz="1000" u="none" kern="1200" baseline="0">
                <a:solidFill>
                  <a:schemeClr val="tx1"/>
                </a:solidFill>
                <a:latin typeface="+mj-lt"/>
                <a:ea typeface="+mn-ea"/>
                <a:cs typeface="+mn-cs"/>
              </a:defRPr>
            </a:lvl1pPr>
            <a:lvl2pPr marL="266700" indent="-177800" algn="l" defTabSz="914400" rtl="0" eaLnBrk="1" latinLnBrk="0" hangingPunct="1">
              <a:lnSpc>
                <a:spcPct val="90000"/>
              </a:lnSpc>
              <a:spcBef>
                <a:spcPts val="500"/>
              </a:spcBef>
              <a:buClr>
                <a:schemeClr val="accent1"/>
              </a:buClr>
              <a:buFont typeface="Wingdings" panose="05000000000000000000" pitchFamily="2" charset="2"/>
              <a:buChar char="§"/>
              <a:defRPr sz="1800" kern="1200">
                <a:solidFill>
                  <a:schemeClr val="tx1"/>
                </a:solidFill>
                <a:latin typeface="+mj-lt"/>
                <a:ea typeface="+mn-ea"/>
                <a:cs typeface="+mn-cs"/>
              </a:defRPr>
            </a:lvl2pPr>
            <a:lvl3pPr marL="444500" indent="-177800" algn="l" defTabSz="914400" rtl="0" eaLnBrk="1" latinLnBrk="0" hangingPunct="1">
              <a:lnSpc>
                <a:spcPct val="90000"/>
              </a:lnSpc>
              <a:spcBef>
                <a:spcPts val="500"/>
              </a:spcBef>
              <a:buClr>
                <a:schemeClr val="accent2"/>
              </a:buClr>
              <a:buFont typeface="Arial" panose="020B0604020202020204" pitchFamily="34" charset="0"/>
              <a:buChar char="•"/>
              <a:defRPr sz="1600" kern="1200">
                <a:solidFill>
                  <a:schemeClr val="tx1"/>
                </a:solidFill>
                <a:latin typeface="+mj-lt"/>
                <a:ea typeface="+mn-ea"/>
                <a:cs typeface="+mn-cs"/>
              </a:defRPr>
            </a:lvl3pPr>
            <a:lvl4pPr marL="622300" indent="-177800" algn="l" defTabSz="914400" rtl="0" eaLnBrk="1" latinLnBrk="0" hangingPunct="1">
              <a:lnSpc>
                <a:spcPct val="90000"/>
              </a:lnSpc>
              <a:spcBef>
                <a:spcPts val="500"/>
              </a:spcBef>
              <a:buClr>
                <a:schemeClr val="accent3"/>
              </a:buClr>
              <a:buFont typeface="Verdana" panose="020B0604030504040204" pitchFamily="34" charset="0"/>
              <a:buChar char="‒"/>
              <a:defRPr sz="1400" kern="1200">
                <a:solidFill>
                  <a:schemeClr val="tx1"/>
                </a:solidFill>
                <a:latin typeface="+mj-lt"/>
                <a:ea typeface="+mn-ea"/>
                <a:cs typeface="+mn-cs"/>
              </a:defRPr>
            </a:lvl4pPr>
            <a:lvl5pPr marL="812800" indent="-190500" algn="l" defTabSz="914400" rtl="0" eaLnBrk="1" latinLnBrk="0" hangingPunct="1">
              <a:lnSpc>
                <a:spcPct val="90000"/>
              </a:lnSpc>
              <a:spcBef>
                <a:spcPts val="500"/>
              </a:spcBef>
              <a:buClr>
                <a:schemeClr val="accent5"/>
              </a:buClr>
              <a:buFont typeface="Arial" panose="020B0604020202020204" pitchFamily="34" charset="0"/>
              <a:buChar char="•"/>
              <a:defRPr sz="14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altLang="en-US" sz="1100" b="1" dirty="0">
              <a:ea typeface="Verdana"/>
            </a:endParaRPr>
          </a:p>
          <a:p>
            <a:pPr eaLnBrk="1" hangingPunct="1">
              <a:lnSpc>
                <a:spcPct val="114000"/>
              </a:lnSpc>
            </a:pPr>
            <a:r>
              <a:rPr lang="en-US" altLang="nl-NL" sz="1100" b="1" dirty="0">
                <a:latin typeface="Arial" panose="020B0604020202020204" pitchFamily="34" charset="0"/>
                <a:cs typeface="Arial" panose="020B0604020202020204" pitchFamily="34" charset="0"/>
              </a:rPr>
              <a:t>           </a:t>
            </a:r>
          </a:p>
          <a:p>
            <a:pPr eaLnBrk="1" hangingPunct="1">
              <a:lnSpc>
                <a:spcPct val="114000"/>
              </a:lnSpc>
            </a:pPr>
            <a:r>
              <a:rPr lang="en-US" altLang="nl-NL" sz="1400" b="1" dirty="0">
                <a:latin typeface="Arial" panose="020B0604020202020204" pitchFamily="34" charset="0"/>
                <a:cs typeface="Arial" panose="020B0604020202020204" pitchFamily="34" charset="0"/>
              </a:rPr>
              <a:t>Financial Organization Rating System</a:t>
            </a:r>
          </a:p>
          <a:p>
            <a:r>
              <a:rPr lang="en-IN" sz="1400" dirty="0">
                <a:latin typeface="Calibri" panose="020F0502020204030204" pitchFamily="34" charset="0"/>
                <a:cs typeface="Calibri" panose="020F0502020204030204" pitchFamily="34" charset="0"/>
              </a:rPr>
              <a:t>Complete end to end case study of financial organization rating system using Spring Boot REST API and Swagger. Securely implemented authentication with JWTs. Created UI using HTML, CSS, Bootstrap and Angular.</a:t>
            </a:r>
            <a:endParaRPr lang="en-US" altLang="nl-NL" sz="1400" dirty="0">
              <a:latin typeface="Calibri" panose="020F0502020204030204" pitchFamily="34" charset="0"/>
              <a:cs typeface="Calibri" panose="020F0502020204030204" pitchFamily="34" charset="0"/>
            </a:endParaRPr>
          </a:p>
        </p:txBody>
      </p:sp>
      <p:pic>
        <p:nvPicPr>
          <p:cNvPr id="15" name="Picture Placeholder 14" descr="A person with a beard&#10;&#10;Description automatically generated with low confidence">
            <a:extLst>
              <a:ext uri="{FF2B5EF4-FFF2-40B4-BE49-F238E27FC236}">
                <a16:creationId xmlns:a16="http://schemas.microsoft.com/office/drawing/2014/main" id="{9C588B54-7650-4658-A26F-B0B03FEFBE9B}"/>
              </a:ext>
            </a:extLst>
          </p:cNvPr>
          <p:cNvPicPr>
            <a:picLocks noGrp="1" noChangeAspect="1"/>
          </p:cNvPicPr>
          <p:nvPr>
            <p:ph type="pic" sz="quarter" idx="46"/>
          </p:nvPr>
        </p:nvPicPr>
        <p:blipFill>
          <a:blip r:embed="rId3">
            <a:extLst>
              <a:ext uri="{28A0092B-C50C-407E-A947-70E740481C1C}">
                <a14:useLocalDpi xmlns:a14="http://schemas.microsoft.com/office/drawing/2010/main" val="0"/>
              </a:ext>
            </a:extLst>
          </a:blip>
          <a:srcRect t="11199" b="11199"/>
          <a:stretch>
            <a:fillRect/>
          </a:stretch>
        </p:blipFill>
        <p:spPr>
          <a:xfrm>
            <a:off x="335056" y="123966"/>
            <a:ext cx="1782411" cy="1870720"/>
          </a:xfr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pu8VTg_P6rkuq_fbZG2oYX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PHldxlhBv0miWYXN6H8BTQ"/>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phk.3W3rhiEqWtBDEsi7Xgw"/>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zTl75Tp2nEy_4PpazGLtVA"/>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1xI4A68crEiZSNCDbGy9gA"/>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pNl9qzkNXSk2ij_NoCuEf2A"/>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p8jhdt9jI2kmDW3acO87diQ"/>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pb7lR2ZPdT0GiqzvYZsxoow"/>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pDDnGmnlJWUybweSHRV5zMg"/>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pgQ5iGtRqU02KNLCmPGzp4A"/>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pDc8wFtNDQEWdRtOXF1QyRg"/>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pMtFIJDhqukmiZrrs7RIxOQ"/>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pBBk8lAE_1EizYsNCWPJyzQ"/>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pLSf6F_6IvUOzE1MWebP3wg"/>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plIkCAESggUqrdbLfjv5zDQ"/>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pwYnDl6hGIEiK2JQntAZnxg"/>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G_2012_Template">
  <a:themeElements>
    <a:clrScheme name="Capgemini colors">
      <a:dk1>
        <a:srgbClr val="263147"/>
      </a:dk1>
      <a:lt1>
        <a:sysClr val="window" lastClr="FFFFFF"/>
      </a:lt1>
      <a:dk2>
        <a:srgbClr val="998C85"/>
      </a:dk2>
      <a:lt2>
        <a:srgbClr val="909090"/>
      </a:lt2>
      <a:accent1>
        <a:srgbClr val="FFBC1D"/>
      </a:accent1>
      <a:accent2>
        <a:srgbClr val="E47E1A"/>
      </a:accent2>
      <a:accent3>
        <a:srgbClr val="AC2B37"/>
      </a:accent3>
      <a:accent4>
        <a:srgbClr val="762C7C"/>
      </a:accent4>
      <a:accent5>
        <a:srgbClr val="0098C7"/>
      </a:accent5>
      <a:accent6>
        <a:srgbClr val="B7BE16"/>
      </a:accent6>
      <a:hlink>
        <a:srgbClr val="A2BFAF"/>
      </a:hlink>
      <a:folHlink>
        <a:srgbClr val="AF1C63"/>
      </a:folHlink>
    </a:clrScheme>
    <a:fontScheme name="Capgemini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solidFill>
            <a:schemeClr val="tx2"/>
          </a:solidFill>
        </a:ln>
      </a:spPr>
      <a:bodyPr rtlCol="0" anchor="ctr"/>
      <a:lstStyle>
        <a:defPPr algn="ctr">
          <a:defRPr sz="2400" dirty="0" err="1" smtClean="0">
            <a:solidFill>
              <a:schemeClr val="tx2">
                <a:lumMod val="50000"/>
              </a:schemeClr>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prstDash val="solid"/>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1400" dirty="0" err="1" smtClean="0">
            <a:solidFill>
              <a:schemeClr val="tx2">
                <a:lumMod val="50000"/>
              </a:schemeClr>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Capgemini Master">
  <a:themeElements>
    <a:clrScheme name="Personnalisé 1">
      <a:dk1>
        <a:sysClr val="windowText" lastClr="000000"/>
      </a:dk1>
      <a:lt1>
        <a:srgbClr val="FFFFFF"/>
      </a:lt1>
      <a:dk2>
        <a:srgbClr val="2B143D"/>
      </a:dk2>
      <a:lt2>
        <a:srgbClr val="ECECEC"/>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o Office">
  <a:themeElements>
    <a:clrScheme name="Capgemini Palette">
      <a:dk1>
        <a:sysClr val="windowText" lastClr="000000"/>
      </a:dk1>
      <a:lt1>
        <a:srgbClr val="FFFFFF"/>
      </a:lt1>
      <a:dk2>
        <a:srgbClr val="2B143D"/>
      </a:dk2>
      <a:lt2>
        <a:srgbClr val="E6E7E7"/>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fon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Capgemini Palette">
      <a:dk1>
        <a:sysClr val="windowText" lastClr="000000"/>
      </a:dk1>
      <a:lt1>
        <a:srgbClr val="FFFFFF"/>
      </a:lt1>
      <a:dk2>
        <a:srgbClr val="2B143D"/>
      </a:dk2>
      <a:lt2>
        <a:srgbClr val="E6E7E7"/>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fon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F75A248773DC9D48BF09FA863687EDD5" ma:contentTypeVersion="2" ma:contentTypeDescription="Create a new document." ma:contentTypeScope="" ma:versionID="42c1056a85c3fb3ade343eee025f50f6">
  <xsd:schema xmlns:xsd="http://www.w3.org/2001/XMLSchema" xmlns:xs="http://www.w3.org/2001/XMLSchema" xmlns:p="http://schemas.microsoft.com/office/2006/metadata/properties" xmlns:ns2="23e0b11b-d854-4e13-b2dc-268ff2d1feba" targetNamespace="http://schemas.microsoft.com/office/2006/metadata/properties" ma:root="true" ma:fieldsID="b7c70e4f06a8a228146d59eef8ff01f1" ns2:_="">
    <xsd:import namespace="23e0b11b-d854-4e13-b2dc-268ff2d1feba"/>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3e0b11b-d854-4e13-b2dc-268ff2d1fe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8D68B9-DE10-4321-909E-B00E3A00F980}">
  <ds:schemaRefs>
    <ds:schemaRef ds:uri="http://schemas.microsoft.com/sharepoint/v3/contenttype/forms"/>
  </ds:schemaRefs>
</ds:datastoreItem>
</file>

<file path=customXml/itemProps2.xml><?xml version="1.0" encoding="utf-8"?>
<ds:datastoreItem xmlns:ds="http://schemas.openxmlformats.org/officeDocument/2006/customXml" ds:itemID="{676D49A1-E7CF-4748-AD93-60B1CF8251D9}">
  <ds:schemaRefs>
    <ds:schemaRef ds:uri="http://schemas.microsoft.com/office/infopath/2007/PartnerControls"/>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23e0b11b-d854-4e13-b2dc-268ff2d1feba"/>
    <ds:schemaRef ds:uri="http://purl.org/dc/dcmitype/"/>
    <ds:schemaRef ds:uri="http://www.w3.org/XML/1998/namespace"/>
    <ds:schemaRef ds:uri="http://purl.org/dc/terms/"/>
  </ds:schemaRefs>
</ds:datastoreItem>
</file>

<file path=customXml/itemProps3.xml><?xml version="1.0" encoding="utf-8"?>
<ds:datastoreItem xmlns:ds="http://schemas.openxmlformats.org/officeDocument/2006/customXml" ds:itemID="{B6772639-A277-4F03-A750-02A6CF271C0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3e0b11b-d854-4e13-b2dc-268ff2d1feb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ppt-template_Capgemini-2020 (7)</Template>
  <TotalTime>513</TotalTime>
  <Words>199</Words>
  <Application>Microsoft Office PowerPoint</Application>
  <PresentationFormat>Widescreen</PresentationFormat>
  <Paragraphs>32</Paragraphs>
  <Slides>1</Slides>
  <Notes>1</Notes>
  <HiddenSlides>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10" baseType="lpstr">
      <vt:lpstr>Arial</vt:lpstr>
      <vt:lpstr>Calibri</vt:lpstr>
      <vt:lpstr>Roboto</vt:lpstr>
      <vt:lpstr>Symbol</vt:lpstr>
      <vt:lpstr>Verdana</vt:lpstr>
      <vt:lpstr>Wingdings</vt:lpstr>
      <vt:lpstr>1_CG_2012_Template</vt:lpstr>
      <vt:lpstr>2_Capgemini Master</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ppt template</dc:subject>
  <dc:creator>Bapat, Rashmi</dc:creator>
  <cp:lastModifiedBy>K, Venkatesh</cp:lastModifiedBy>
  <cp:revision>329</cp:revision>
  <dcterms:created xsi:type="dcterms:W3CDTF">2020-09-22T06:24:00Z</dcterms:created>
  <dcterms:modified xsi:type="dcterms:W3CDTF">2022-06-21T18:04:39Z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0x010100F75A248773DC9D48BF09FA863687EDD5</vt:lpwstr>
  </property>
  <property fmtid="{D5CDD505-2E9C-101B-9397-08002B2CF9AE}" pid="3" name="KSOProductBuildVer">
    <vt:lpwstr>1033-11.2.0.10152</vt:lpwstr>
  </property>
</Properties>
</file>